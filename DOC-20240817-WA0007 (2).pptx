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2" r:id="rId4"/>
    <p:sldId id="258" r:id="rId5"/>
    <p:sldId id="259" r:id="rId6"/>
    <p:sldId id="261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04F27D-9B24-470D-93AA-380022AEF97B}" v="3" dt="2024-08-19T21:10:27.2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 /><Relationship Id="rId13" Type="http://schemas.microsoft.com/office/2016/11/relationships/changesInfo" Target="changesInfos/changesInfo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Relationship Id="rId14" Type="http://schemas.microsoft.com/office/2015/10/relationships/revisionInfo" Target="revisionInfo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rsaken Script" userId="bc88a34f66697603" providerId="LiveId" clId="{2F7FF98B-2220-5E48-8519-710B7C211698}"/>
    <pc:docChg chg="custSel modSld">
      <pc:chgData name="Forsaken Script" userId="bc88a34f66697603" providerId="LiveId" clId="{2F7FF98B-2220-5E48-8519-710B7C211698}" dt="2024-08-20T13:11:58.146" v="57" actId="22"/>
      <pc:docMkLst>
        <pc:docMk/>
      </pc:docMkLst>
      <pc:sldChg chg="addSp delSp modSp mod modClrScheme chgLayout">
        <pc:chgData name="Forsaken Script" userId="bc88a34f66697603" providerId="LiveId" clId="{2F7FF98B-2220-5E48-8519-710B7C211698}" dt="2024-08-20T13:11:58.146" v="57" actId="22"/>
        <pc:sldMkLst>
          <pc:docMk/>
          <pc:sldMk cId="133912001" sldId="262"/>
        </pc:sldMkLst>
        <pc:spChg chg="del">
          <ac:chgData name="Forsaken Script" userId="bc88a34f66697603" providerId="LiveId" clId="{2F7FF98B-2220-5E48-8519-710B7C211698}" dt="2024-08-20T13:04:25.846" v="4" actId="478"/>
          <ac:spMkLst>
            <pc:docMk/>
            <pc:sldMk cId="133912001" sldId="262"/>
            <ac:spMk id="2" creationId="{6BC152D7-A4FA-56F9-A2EA-FFCCFB72F9D8}"/>
          </ac:spMkLst>
        </pc:spChg>
        <pc:spChg chg="del mod">
          <ac:chgData name="Forsaken Script" userId="bc88a34f66697603" providerId="LiveId" clId="{2F7FF98B-2220-5E48-8519-710B7C211698}" dt="2024-08-20T13:04:21.308" v="3" actId="478"/>
          <ac:spMkLst>
            <pc:docMk/>
            <pc:sldMk cId="133912001" sldId="262"/>
            <ac:spMk id="3" creationId="{50141BA9-C0E4-4900-2EBE-2ACE6448450B}"/>
          </ac:spMkLst>
        </pc:spChg>
        <pc:spChg chg="del mod">
          <ac:chgData name="Forsaken Script" userId="bc88a34f66697603" providerId="LiveId" clId="{2F7FF98B-2220-5E48-8519-710B7C211698}" dt="2024-08-20T13:04:14.778" v="1" actId="478"/>
          <ac:spMkLst>
            <pc:docMk/>
            <pc:sldMk cId="133912001" sldId="262"/>
            <ac:spMk id="4" creationId="{69287A43-0329-99CB-3D29-D8989357D5B6}"/>
          </ac:spMkLst>
        </pc:spChg>
        <pc:spChg chg="del mod">
          <ac:chgData name="Forsaken Script" userId="bc88a34f66697603" providerId="LiveId" clId="{2F7FF98B-2220-5E48-8519-710B7C211698}" dt="2024-08-20T13:04:35.314" v="6" actId="478"/>
          <ac:spMkLst>
            <pc:docMk/>
            <pc:sldMk cId="133912001" sldId="262"/>
            <ac:spMk id="5" creationId="{4E294BE4-A31C-74BC-72F0-B96D66DF2B31}"/>
          </ac:spMkLst>
        </pc:spChg>
        <pc:spChg chg="add del mod">
          <ac:chgData name="Forsaken Script" userId="bc88a34f66697603" providerId="LiveId" clId="{2F7FF98B-2220-5E48-8519-710B7C211698}" dt="2024-08-20T13:05:01.327" v="8" actId="478"/>
          <ac:spMkLst>
            <pc:docMk/>
            <pc:sldMk cId="133912001" sldId="262"/>
            <ac:spMk id="6" creationId="{E2FA37E7-9E3E-6921-B04C-FEFBC780FC1B}"/>
          </ac:spMkLst>
        </pc:spChg>
        <pc:spChg chg="add del mod">
          <ac:chgData name="Forsaken Script" userId="bc88a34f66697603" providerId="LiveId" clId="{2F7FF98B-2220-5E48-8519-710B7C211698}" dt="2024-08-20T13:05:52.567" v="25" actId="478"/>
          <ac:spMkLst>
            <pc:docMk/>
            <pc:sldMk cId="133912001" sldId="262"/>
            <ac:spMk id="7" creationId="{B8AEDD3F-C1BA-0410-F105-0AD107FB5978}"/>
          </ac:spMkLst>
        </pc:spChg>
        <pc:spChg chg="add del mod">
          <ac:chgData name="Forsaken Script" userId="bc88a34f66697603" providerId="LiveId" clId="{2F7FF98B-2220-5E48-8519-710B7C211698}" dt="2024-08-20T13:05:07.602" v="9" actId="478"/>
          <ac:spMkLst>
            <pc:docMk/>
            <pc:sldMk cId="133912001" sldId="262"/>
            <ac:spMk id="8" creationId="{478A4E0F-C589-B6CF-7673-66428242EAFE}"/>
          </ac:spMkLst>
        </pc:spChg>
        <pc:spChg chg="add del mod">
          <ac:chgData name="Forsaken Script" userId="bc88a34f66697603" providerId="LiveId" clId="{2F7FF98B-2220-5E48-8519-710B7C211698}" dt="2024-08-20T13:05:13.398" v="12" actId="478"/>
          <ac:spMkLst>
            <pc:docMk/>
            <pc:sldMk cId="133912001" sldId="262"/>
            <ac:spMk id="9" creationId="{80959345-C3D7-FD98-D4F7-3B9E095999DC}"/>
          </ac:spMkLst>
        </pc:spChg>
        <pc:spChg chg="add del mod">
          <ac:chgData name="Forsaken Script" userId="bc88a34f66697603" providerId="LiveId" clId="{2F7FF98B-2220-5E48-8519-710B7C211698}" dt="2024-08-20T13:05:48.960" v="24" actId="478"/>
          <ac:spMkLst>
            <pc:docMk/>
            <pc:sldMk cId="133912001" sldId="262"/>
            <ac:spMk id="10" creationId="{E303B2ED-D74B-331D-D581-892DE90FB8BD}"/>
          </ac:spMkLst>
        </pc:spChg>
        <pc:spChg chg="add del mod">
          <ac:chgData name="Forsaken Script" userId="bc88a34f66697603" providerId="LiveId" clId="{2F7FF98B-2220-5E48-8519-710B7C211698}" dt="2024-08-20T13:05:45.596" v="23" actId="478"/>
          <ac:spMkLst>
            <pc:docMk/>
            <pc:sldMk cId="133912001" sldId="262"/>
            <ac:spMk id="11" creationId="{F8A6E0FA-B909-6201-1EDF-4D3381FE929F}"/>
          </ac:spMkLst>
        </pc:spChg>
        <pc:spChg chg="add del mod">
          <ac:chgData name="Forsaken Script" userId="bc88a34f66697603" providerId="LiveId" clId="{2F7FF98B-2220-5E48-8519-710B7C211698}" dt="2024-08-20T13:05:42.176" v="22" actId="478"/>
          <ac:spMkLst>
            <pc:docMk/>
            <pc:sldMk cId="133912001" sldId="262"/>
            <ac:spMk id="12" creationId="{03F9949C-8DAF-0ECB-2C25-D8DE9AB3052D}"/>
          </ac:spMkLst>
        </pc:spChg>
        <pc:spChg chg="add del mod">
          <ac:chgData name="Forsaken Script" userId="bc88a34f66697603" providerId="LiveId" clId="{2F7FF98B-2220-5E48-8519-710B7C211698}" dt="2024-08-20T13:05:38.786" v="21" actId="478"/>
          <ac:spMkLst>
            <pc:docMk/>
            <pc:sldMk cId="133912001" sldId="262"/>
            <ac:spMk id="13" creationId="{6A9BAF6A-8AF4-4039-60B5-029077903769}"/>
          </ac:spMkLst>
        </pc:spChg>
        <pc:spChg chg="add del mod">
          <ac:chgData name="Forsaken Script" userId="bc88a34f66697603" providerId="LiveId" clId="{2F7FF98B-2220-5E48-8519-710B7C211698}" dt="2024-08-20T13:05:34.022" v="19" actId="478"/>
          <ac:spMkLst>
            <pc:docMk/>
            <pc:sldMk cId="133912001" sldId="262"/>
            <ac:spMk id="14" creationId="{CA3C7BBE-0E17-4668-9DEF-5451DFDA4901}"/>
          </ac:spMkLst>
        </pc:spChg>
        <pc:spChg chg="add del mod">
          <ac:chgData name="Forsaken Script" userId="bc88a34f66697603" providerId="LiveId" clId="{2F7FF98B-2220-5E48-8519-710B7C211698}" dt="2024-08-20T13:05:30.433" v="18" actId="478"/>
          <ac:spMkLst>
            <pc:docMk/>
            <pc:sldMk cId="133912001" sldId="262"/>
            <ac:spMk id="15" creationId="{68CCA004-9CD8-3951-C620-ABB2969BEE4F}"/>
          </ac:spMkLst>
        </pc:spChg>
        <pc:spChg chg="add del mod">
          <ac:chgData name="Forsaken Script" userId="bc88a34f66697603" providerId="LiveId" clId="{2F7FF98B-2220-5E48-8519-710B7C211698}" dt="2024-08-20T13:05:25.484" v="16" actId="478"/>
          <ac:spMkLst>
            <pc:docMk/>
            <pc:sldMk cId="133912001" sldId="262"/>
            <ac:spMk id="16" creationId="{30D89D3C-3660-6146-C6AB-53D2BA7ACE2E}"/>
          </ac:spMkLst>
        </pc:spChg>
        <pc:spChg chg="add del mod">
          <ac:chgData name="Forsaken Script" userId="bc88a34f66697603" providerId="LiveId" clId="{2F7FF98B-2220-5E48-8519-710B7C211698}" dt="2024-08-20T13:05:17.419" v="13" actId="478"/>
          <ac:spMkLst>
            <pc:docMk/>
            <pc:sldMk cId="133912001" sldId="262"/>
            <ac:spMk id="17" creationId="{93EF1FA4-5F7D-69F0-BEA2-557F7F97652C}"/>
          </ac:spMkLst>
        </pc:spChg>
        <pc:spChg chg="add del mod">
          <ac:chgData name="Forsaken Script" userId="bc88a34f66697603" providerId="LiveId" clId="{2F7FF98B-2220-5E48-8519-710B7C211698}" dt="2024-08-20T13:05:21.786" v="15" actId="478"/>
          <ac:spMkLst>
            <pc:docMk/>
            <pc:sldMk cId="133912001" sldId="262"/>
            <ac:spMk id="18" creationId="{FE03AC2B-636A-3CF8-2E46-251AF9BACFD4}"/>
          </ac:spMkLst>
        </pc:spChg>
        <pc:spChg chg="add del mod">
          <ac:chgData name="Forsaken Script" userId="bc88a34f66697603" providerId="LiveId" clId="{2F7FF98B-2220-5E48-8519-710B7C211698}" dt="2024-08-20T13:07:35.201" v="47" actId="478"/>
          <ac:spMkLst>
            <pc:docMk/>
            <pc:sldMk cId="133912001" sldId="262"/>
            <ac:spMk id="20" creationId="{1FED5FB6-8B05-B80E-527C-36EC786CB1EC}"/>
          </ac:spMkLst>
        </pc:spChg>
        <pc:spChg chg="add del mod">
          <ac:chgData name="Forsaken Script" userId="bc88a34f66697603" providerId="LiveId" clId="{2F7FF98B-2220-5E48-8519-710B7C211698}" dt="2024-08-20T13:07:31.619" v="46" actId="478"/>
          <ac:spMkLst>
            <pc:docMk/>
            <pc:sldMk cId="133912001" sldId="262"/>
            <ac:spMk id="21" creationId="{B2C1B915-B34D-C8B7-E85D-6C6E73C44536}"/>
          </ac:spMkLst>
        </pc:spChg>
        <pc:spChg chg="add del mod">
          <ac:chgData name="Forsaken Script" userId="bc88a34f66697603" providerId="LiveId" clId="{2F7FF98B-2220-5E48-8519-710B7C211698}" dt="2024-08-20T13:07:27.198" v="44" actId="478"/>
          <ac:spMkLst>
            <pc:docMk/>
            <pc:sldMk cId="133912001" sldId="262"/>
            <ac:spMk id="22" creationId="{F2EEC544-1EA5-7EE9-4E60-BF08B7D5664D}"/>
          </ac:spMkLst>
        </pc:spChg>
        <pc:spChg chg="add">
          <ac:chgData name="Forsaken Script" userId="bc88a34f66697603" providerId="LiveId" clId="{2F7FF98B-2220-5E48-8519-710B7C211698}" dt="2024-08-20T13:11:58.146" v="57" actId="22"/>
          <ac:spMkLst>
            <pc:docMk/>
            <pc:sldMk cId="133912001" sldId="262"/>
            <ac:spMk id="25" creationId="{14C8792D-B05A-F30F-6C2C-2EF623019DBE}"/>
          </ac:spMkLst>
        </pc:spChg>
        <pc:graphicFrameChg chg="add del">
          <ac:chgData name="Forsaken Script" userId="bc88a34f66697603" providerId="LiveId" clId="{2F7FF98B-2220-5E48-8519-710B7C211698}" dt="2024-08-20T13:06:04.664" v="27" actId="478"/>
          <ac:graphicFrameMkLst>
            <pc:docMk/>
            <pc:sldMk cId="133912001" sldId="262"/>
            <ac:graphicFrameMk id="19" creationId="{8FE08323-5444-60FB-C5D6-253C460E07B5}"/>
          </ac:graphicFrameMkLst>
        </pc:graphicFrameChg>
        <pc:picChg chg="add del mod">
          <ac:chgData name="Forsaken Script" userId="bc88a34f66697603" providerId="LiveId" clId="{2F7FF98B-2220-5E48-8519-710B7C211698}" dt="2024-08-20T13:11:03.817" v="56" actId="478"/>
          <ac:picMkLst>
            <pc:docMk/>
            <pc:sldMk cId="133912001" sldId="262"/>
            <ac:picMk id="23" creationId="{DD2423C8-58BD-1FDA-DD05-DF4A013DF1D5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F0CD6E-B694-43F2-B22A-FEF6969608B0}" type="doc">
      <dgm:prSet loTypeId="urn:microsoft.com/office/officeart/2005/8/layout/vList5" loCatId="list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en-IN"/>
        </a:p>
      </dgm:t>
    </dgm:pt>
    <dgm:pt modelId="{671B73BD-6ABC-4690-820E-53A282DED8DD}">
      <dgm:prSet/>
      <dgm:spPr/>
      <dgm:t>
        <a:bodyPr/>
        <a:lstStyle/>
        <a:p>
          <a:r>
            <a:rPr lang="en-IN" b="0" i="0"/>
            <a:t>Pre-installed Software with Adaptive learning.</a:t>
          </a:r>
          <a:endParaRPr lang="en-IN"/>
        </a:p>
      </dgm:t>
    </dgm:pt>
    <dgm:pt modelId="{15160538-1A96-4765-8DF0-A1F65DB65D46}" type="parTrans" cxnId="{DAFFDFA5-9662-4B65-B61A-C141F73E1290}">
      <dgm:prSet/>
      <dgm:spPr/>
      <dgm:t>
        <a:bodyPr/>
        <a:lstStyle/>
        <a:p>
          <a:endParaRPr lang="en-IN"/>
        </a:p>
      </dgm:t>
    </dgm:pt>
    <dgm:pt modelId="{1D4AD453-1373-483F-938D-B4ADCD3A56D8}" type="sibTrans" cxnId="{DAFFDFA5-9662-4B65-B61A-C141F73E1290}">
      <dgm:prSet/>
      <dgm:spPr/>
      <dgm:t>
        <a:bodyPr/>
        <a:lstStyle/>
        <a:p>
          <a:endParaRPr lang="en-IN"/>
        </a:p>
      </dgm:t>
    </dgm:pt>
    <dgm:pt modelId="{E7F97EFA-7AAC-4CCA-A3B2-F4CFDF5E7B59}">
      <dgm:prSet/>
      <dgm:spPr/>
      <dgm:t>
        <a:bodyPr/>
        <a:lstStyle/>
        <a:p>
          <a:r>
            <a:rPr lang="en-IN" b="0" i="0"/>
            <a:t>Scalability</a:t>
          </a:r>
          <a:endParaRPr lang="en-IN"/>
        </a:p>
      </dgm:t>
    </dgm:pt>
    <dgm:pt modelId="{A63A34A7-D5D5-4C74-9795-AE618EF60E6D}" type="parTrans" cxnId="{0181E820-63CA-439E-9250-520AFCE18704}">
      <dgm:prSet/>
      <dgm:spPr/>
      <dgm:t>
        <a:bodyPr/>
        <a:lstStyle/>
        <a:p>
          <a:endParaRPr lang="en-IN"/>
        </a:p>
      </dgm:t>
    </dgm:pt>
    <dgm:pt modelId="{E6B1B722-7CF4-4639-836D-2AC3AE32B591}" type="sibTrans" cxnId="{0181E820-63CA-439E-9250-520AFCE18704}">
      <dgm:prSet/>
      <dgm:spPr/>
      <dgm:t>
        <a:bodyPr/>
        <a:lstStyle/>
        <a:p>
          <a:endParaRPr lang="en-IN"/>
        </a:p>
      </dgm:t>
    </dgm:pt>
    <dgm:pt modelId="{3D35B70A-1BAF-403C-BEED-1CA72FAEA2E4}">
      <dgm:prSet/>
      <dgm:spPr/>
      <dgm:t>
        <a:bodyPr/>
        <a:lstStyle/>
        <a:p>
          <a:r>
            <a:rPr lang="en-IN" b="0" i="0"/>
            <a:t>Personalized Learning Paths</a:t>
          </a:r>
          <a:endParaRPr lang="en-IN"/>
        </a:p>
      </dgm:t>
    </dgm:pt>
    <dgm:pt modelId="{CF53A977-DBFF-44DF-A2C6-A05C098B0483}" type="parTrans" cxnId="{EDB7C392-5DAD-4C96-B7EF-5356DC0965E3}">
      <dgm:prSet/>
      <dgm:spPr/>
      <dgm:t>
        <a:bodyPr/>
        <a:lstStyle/>
        <a:p>
          <a:endParaRPr lang="en-IN"/>
        </a:p>
      </dgm:t>
    </dgm:pt>
    <dgm:pt modelId="{4B7525CD-BAD7-4938-9D6C-5C03F2964297}" type="sibTrans" cxnId="{EDB7C392-5DAD-4C96-B7EF-5356DC0965E3}">
      <dgm:prSet/>
      <dgm:spPr/>
      <dgm:t>
        <a:bodyPr/>
        <a:lstStyle/>
        <a:p>
          <a:endParaRPr lang="en-IN"/>
        </a:p>
      </dgm:t>
    </dgm:pt>
    <dgm:pt modelId="{D452B3BF-B41B-40C6-8DA0-C8752AFFF097}">
      <dgm:prSet/>
      <dgm:spPr/>
      <dgm:t>
        <a:bodyPr/>
        <a:lstStyle/>
        <a:p>
          <a:r>
            <a:rPr lang="en-IN" b="0" i="0"/>
            <a:t>Data-Driven Insights</a:t>
          </a:r>
          <a:endParaRPr lang="en-IN"/>
        </a:p>
      </dgm:t>
    </dgm:pt>
    <dgm:pt modelId="{E9CC8DEA-22C9-4B20-B6C8-356FFB248770}" type="parTrans" cxnId="{CB441D20-57CE-40A4-BCF7-C4497390EBBB}">
      <dgm:prSet/>
      <dgm:spPr/>
      <dgm:t>
        <a:bodyPr/>
        <a:lstStyle/>
        <a:p>
          <a:endParaRPr lang="en-IN"/>
        </a:p>
      </dgm:t>
    </dgm:pt>
    <dgm:pt modelId="{0A50004E-3CFB-4FEB-8277-04D1938F7EAC}" type="sibTrans" cxnId="{CB441D20-57CE-40A4-BCF7-C4497390EBBB}">
      <dgm:prSet/>
      <dgm:spPr/>
      <dgm:t>
        <a:bodyPr/>
        <a:lstStyle/>
        <a:p>
          <a:endParaRPr lang="en-IN"/>
        </a:p>
      </dgm:t>
    </dgm:pt>
    <dgm:pt modelId="{452274FE-7F7A-47F5-9BE3-AA66A6674B61}">
      <dgm:prSet/>
      <dgm:spPr/>
      <dgm:t>
        <a:bodyPr/>
        <a:lstStyle/>
        <a:p>
          <a:r>
            <a:rPr lang="en-IN" b="0" i="0"/>
            <a:t>Offline Capabilitie</a:t>
          </a:r>
          <a:endParaRPr lang="en-IN"/>
        </a:p>
      </dgm:t>
    </dgm:pt>
    <dgm:pt modelId="{4DF6506E-9D21-4B24-82AC-6C5EE17C6957}" type="parTrans" cxnId="{265EE591-49BD-40A6-B5B5-9477BD384846}">
      <dgm:prSet/>
      <dgm:spPr/>
      <dgm:t>
        <a:bodyPr/>
        <a:lstStyle/>
        <a:p>
          <a:endParaRPr lang="en-IN"/>
        </a:p>
      </dgm:t>
    </dgm:pt>
    <dgm:pt modelId="{A8944B1C-353C-4050-88B9-2DA18519C6B4}" type="sibTrans" cxnId="{265EE591-49BD-40A6-B5B5-9477BD384846}">
      <dgm:prSet/>
      <dgm:spPr/>
      <dgm:t>
        <a:bodyPr/>
        <a:lstStyle/>
        <a:p>
          <a:endParaRPr lang="en-IN"/>
        </a:p>
      </dgm:t>
    </dgm:pt>
    <dgm:pt modelId="{4FA53557-F7B8-44EC-B00F-F738DEDE476E}" type="pres">
      <dgm:prSet presAssocID="{4EF0CD6E-B694-43F2-B22A-FEF6969608B0}" presName="Name0" presStyleCnt="0">
        <dgm:presLayoutVars>
          <dgm:dir/>
          <dgm:animLvl val="lvl"/>
          <dgm:resizeHandles val="exact"/>
        </dgm:presLayoutVars>
      </dgm:prSet>
      <dgm:spPr/>
    </dgm:pt>
    <dgm:pt modelId="{AD08843E-E899-441F-A111-17FC8A6AF135}" type="pres">
      <dgm:prSet presAssocID="{671B73BD-6ABC-4690-820E-53A282DED8DD}" presName="linNode" presStyleCnt="0"/>
      <dgm:spPr/>
    </dgm:pt>
    <dgm:pt modelId="{E97C6F3F-3CB4-4774-A69B-D9CE2FFA8946}" type="pres">
      <dgm:prSet presAssocID="{671B73BD-6ABC-4690-820E-53A282DED8DD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87324621-98DF-466E-8F64-D1D414CDE836}" type="pres">
      <dgm:prSet presAssocID="{1D4AD453-1373-483F-938D-B4ADCD3A56D8}" presName="sp" presStyleCnt="0"/>
      <dgm:spPr/>
    </dgm:pt>
    <dgm:pt modelId="{CC0E9BD9-49FF-415E-A206-AAD751F94957}" type="pres">
      <dgm:prSet presAssocID="{E7F97EFA-7AAC-4CCA-A3B2-F4CFDF5E7B59}" presName="linNode" presStyleCnt="0"/>
      <dgm:spPr/>
    </dgm:pt>
    <dgm:pt modelId="{13608183-A6E0-401A-9100-66F6A8C03DAD}" type="pres">
      <dgm:prSet presAssocID="{E7F97EFA-7AAC-4CCA-A3B2-F4CFDF5E7B59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B31A3593-58B3-4BDD-A4DB-558A57213DCC}" type="pres">
      <dgm:prSet presAssocID="{E6B1B722-7CF4-4639-836D-2AC3AE32B591}" presName="sp" presStyleCnt="0"/>
      <dgm:spPr/>
    </dgm:pt>
    <dgm:pt modelId="{D6FCFB2D-EE27-423F-BB7B-25582680A17E}" type="pres">
      <dgm:prSet presAssocID="{3D35B70A-1BAF-403C-BEED-1CA72FAEA2E4}" presName="linNode" presStyleCnt="0"/>
      <dgm:spPr/>
    </dgm:pt>
    <dgm:pt modelId="{06F081BC-136A-43F4-B2E9-44BB37F48F78}" type="pres">
      <dgm:prSet presAssocID="{3D35B70A-1BAF-403C-BEED-1CA72FAEA2E4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D5DD02C4-A6C6-479B-9E47-617AD26025F1}" type="pres">
      <dgm:prSet presAssocID="{4B7525CD-BAD7-4938-9D6C-5C03F2964297}" presName="sp" presStyleCnt="0"/>
      <dgm:spPr/>
    </dgm:pt>
    <dgm:pt modelId="{FAF53367-E4A7-49FB-9D72-BAF48F6A2E73}" type="pres">
      <dgm:prSet presAssocID="{D452B3BF-B41B-40C6-8DA0-C8752AFFF097}" presName="linNode" presStyleCnt="0"/>
      <dgm:spPr/>
    </dgm:pt>
    <dgm:pt modelId="{1014C0D4-F973-4117-A89A-5A0DB0A58B31}" type="pres">
      <dgm:prSet presAssocID="{D452B3BF-B41B-40C6-8DA0-C8752AFFF097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71C41650-9B58-443C-AFAD-0695AF38F6A0}" type="pres">
      <dgm:prSet presAssocID="{0A50004E-3CFB-4FEB-8277-04D1938F7EAC}" presName="sp" presStyleCnt="0"/>
      <dgm:spPr/>
    </dgm:pt>
    <dgm:pt modelId="{8995A6A7-ECD1-4996-AB3F-4885EDBD9598}" type="pres">
      <dgm:prSet presAssocID="{452274FE-7F7A-47F5-9BE3-AA66A6674B61}" presName="linNode" presStyleCnt="0"/>
      <dgm:spPr/>
    </dgm:pt>
    <dgm:pt modelId="{9ED452C2-DCCD-458A-BFCA-ECA1B26B71D5}" type="pres">
      <dgm:prSet presAssocID="{452274FE-7F7A-47F5-9BE3-AA66A6674B61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CB441D20-57CE-40A4-BCF7-C4497390EBBB}" srcId="{4EF0CD6E-B694-43F2-B22A-FEF6969608B0}" destId="{D452B3BF-B41B-40C6-8DA0-C8752AFFF097}" srcOrd="3" destOrd="0" parTransId="{E9CC8DEA-22C9-4B20-B6C8-356FFB248770}" sibTransId="{0A50004E-3CFB-4FEB-8277-04D1938F7EAC}"/>
    <dgm:cxn modelId="{0181E820-63CA-439E-9250-520AFCE18704}" srcId="{4EF0CD6E-B694-43F2-B22A-FEF6969608B0}" destId="{E7F97EFA-7AAC-4CCA-A3B2-F4CFDF5E7B59}" srcOrd="1" destOrd="0" parTransId="{A63A34A7-D5D5-4C74-9795-AE618EF60E6D}" sibTransId="{E6B1B722-7CF4-4639-836D-2AC3AE32B591}"/>
    <dgm:cxn modelId="{6E6B804F-D1F6-4D43-88D9-44A7B85C0D1F}" type="presOf" srcId="{3D35B70A-1BAF-403C-BEED-1CA72FAEA2E4}" destId="{06F081BC-136A-43F4-B2E9-44BB37F48F78}" srcOrd="0" destOrd="0" presId="urn:microsoft.com/office/officeart/2005/8/layout/vList5"/>
    <dgm:cxn modelId="{9F948A79-AD0A-409B-AEB7-FFF3C959D577}" type="presOf" srcId="{E7F97EFA-7AAC-4CCA-A3B2-F4CFDF5E7B59}" destId="{13608183-A6E0-401A-9100-66F6A8C03DAD}" srcOrd="0" destOrd="0" presId="urn:microsoft.com/office/officeart/2005/8/layout/vList5"/>
    <dgm:cxn modelId="{E48B225A-7B1B-4BFF-AD08-3F832E156361}" type="presOf" srcId="{452274FE-7F7A-47F5-9BE3-AA66A6674B61}" destId="{9ED452C2-DCCD-458A-BFCA-ECA1B26B71D5}" srcOrd="0" destOrd="0" presId="urn:microsoft.com/office/officeart/2005/8/layout/vList5"/>
    <dgm:cxn modelId="{265EE591-49BD-40A6-B5B5-9477BD384846}" srcId="{4EF0CD6E-B694-43F2-B22A-FEF6969608B0}" destId="{452274FE-7F7A-47F5-9BE3-AA66A6674B61}" srcOrd="4" destOrd="0" parTransId="{4DF6506E-9D21-4B24-82AC-6C5EE17C6957}" sibTransId="{A8944B1C-353C-4050-88B9-2DA18519C6B4}"/>
    <dgm:cxn modelId="{EDB7C392-5DAD-4C96-B7EF-5356DC0965E3}" srcId="{4EF0CD6E-B694-43F2-B22A-FEF6969608B0}" destId="{3D35B70A-1BAF-403C-BEED-1CA72FAEA2E4}" srcOrd="2" destOrd="0" parTransId="{CF53A977-DBFF-44DF-A2C6-A05C098B0483}" sibTransId="{4B7525CD-BAD7-4938-9D6C-5C03F2964297}"/>
    <dgm:cxn modelId="{DAFFDFA5-9662-4B65-B61A-C141F73E1290}" srcId="{4EF0CD6E-B694-43F2-B22A-FEF6969608B0}" destId="{671B73BD-6ABC-4690-820E-53A282DED8DD}" srcOrd="0" destOrd="0" parTransId="{15160538-1A96-4765-8DF0-A1F65DB65D46}" sibTransId="{1D4AD453-1373-483F-938D-B4ADCD3A56D8}"/>
    <dgm:cxn modelId="{5155E3B6-D860-46B3-9858-E74B951E3A4E}" type="presOf" srcId="{4EF0CD6E-B694-43F2-B22A-FEF6969608B0}" destId="{4FA53557-F7B8-44EC-B00F-F738DEDE476E}" srcOrd="0" destOrd="0" presId="urn:microsoft.com/office/officeart/2005/8/layout/vList5"/>
    <dgm:cxn modelId="{844BB7D3-FF9E-4EF5-BE58-75D69D13EBA3}" type="presOf" srcId="{671B73BD-6ABC-4690-820E-53A282DED8DD}" destId="{E97C6F3F-3CB4-4774-A69B-D9CE2FFA8946}" srcOrd="0" destOrd="0" presId="urn:microsoft.com/office/officeart/2005/8/layout/vList5"/>
    <dgm:cxn modelId="{84CC4DDA-7E9A-4B12-A18A-A5F2F100CA06}" type="presOf" srcId="{D452B3BF-B41B-40C6-8DA0-C8752AFFF097}" destId="{1014C0D4-F973-4117-A89A-5A0DB0A58B31}" srcOrd="0" destOrd="0" presId="urn:microsoft.com/office/officeart/2005/8/layout/vList5"/>
    <dgm:cxn modelId="{227245E2-BD5B-46C0-B7FC-B9F2A8D0AB93}" type="presParOf" srcId="{4FA53557-F7B8-44EC-B00F-F738DEDE476E}" destId="{AD08843E-E899-441F-A111-17FC8A6AF135}" srcOrd="0" destOrd="0" presId="urn:microsoft.com/office/officeart/2005/8/layout/vList5"/>
    <dgm:cxn modelId="{1344FEFA-9A66-4198-99D2-0064CADAA7C5}" type="presParOf" srcId="{AD08843E-E899-441F-A111-17FC8A6AF135}" destId="{E97C6F3F-3CB4-4774-A69B-D9CE2FFA8946}" srcOrd="0" destOrd="0" presId="urn:microsoft.com/office/officeart/2005/8/layout/vList5"/>
    <dgm:cxn modelId="{F740BB8E-6C31-403D-A72D-BC9F079E0FD2}" type="presParOf" srcId="{4FA53557-F7B8-44EC-B00F-F738DEDE476E}" destId="{87324621-98DF-466E-8F64-D1D414CDE836}" srcOrd="1" destOrd="0" presId="urn:microsoft.com/office/officeart/2005/8/layout/vList5"/>
    <dgm:cxn modelId="{CA7F95DA-BDCC-40F5-B1FF-C67DE12B337D}" type="presParOf" srcId="{4FA53557-F7B8-44EC-B00F-F738DEDE476E}" destId="{CC0E9BD9-49FF-415E-A206-AAD751F94957}" srcOrd="2" destOrd="0" presId="urn:microsoft.com/office/officeart/2005/8/layout/vList5"/>
    <dgm:cxn modelId="{055D05A0-4E56-48F2-AAC4-15CCD9D775E3}" type="presParOf" srcId="{CC0E9BD9-49FF-415E-A206-AAD751F94957}" destId="{13608183-A6E0-401A-9100-66F6A8C03DAD}" srcOrd="0" destOrd="0" presId="urn:microsoft.com/office/officeart/2005/8/layout/vList5"/>
    <dgm:cxn modelId="{F55088F0-050E-4117-8533-7B03765A07D5}" type="presParOf" srcId="{4FA53557-F7B8-44EC-B00F-F738DEDE476E}" destId="{B31A3593-58B3-4BDD-A4DB-558A57213DCC}" srcOrd="3" destOrd="0" presId="urn:microsoft.com/office/officeart/2005/8/layout/vList5"/>
    <dgm:cxn modelId="{5ECF6369-6EEB-4276-9A39-C1B16ED5F4BC}" type="presParOf" srcId="{4FA53557-F7B8-44EC-B00F-F738DEDE476E}" destId="{D6FCFB2D-EE27-423F-BB7B-25582680A17E}" srcOrd="4" destOrd="0" presId="urn:microsoft.com/office/officeart/2005/8/layout/vList5"/>
    <dgm:cxn modelId="{5585F83D-FA4E-4E8F-B45D-DBA03DC30BD8}" type="presParOf" srcId="{D6FCFB2D-EE27-423F-BB7B-25582680A17E}" destId="{06F081BC-136A-43F4-B2E9-44BB37F48F78}" srcOrd="0" destOrd="0" presId="urn:microsoft.com/office/officeart/2005/8/layout/vList5"/>
    <dgm:cxn modelId="{1AB5E578-622E-4488-BA02-641D31A1145D}" type="presParOf" srcId="{4FA53557-F7B8-44EC-B00F-F738DEDE476E}" destId="{D5DD02C4-A6C6-479B-9E47-617AD26025F1}" srcOrd="5" destOrd="0" presId="urn:microsoft.com/office/officeart/2005/8/layout/vList5"/>
    <dgm:cxn modelId="{E5FB4BBB-D4A7-4922-A99C-5F29C3F4C3E4}" type="presParOf" srcId="{4FA53557-F7B8-44EC-B00F-F738DEDE476E}" destId="{FAF53367-E4A7-49FB-9D72-BAF48F6A2E73}" srcOrd="6" destOrd="0" presId="urn:microsoft.com/office/officeart/2005/8/layout/vList5"/>
    <dgm:cxn modelId="{57E323E5-D37F-49FD-981A-A457B4E93373}" type="presParOf" srcId="{FAF53367-E4A7-49FB-9D72-BAF48F6A2E73}" destId="{1014C0D4-F973-4117-A89A-5A0DB0A58B31}" srcOrd="0" destOrd="0" presId="urn:microsoft.com/office/officeart/2005/8/layout/vList5"/>
    <dgm:cxn modelId="{07BBC51C-AACE-411A-AC36-C11FE7D8AFC4}" type="presParOf" srcId="{4FA53557-F7B8-44EC-B00F-F738DEDE476E}" destId="{71C41650-9B58-443C-AFAD-0695AF38F6A0}" srcOrd="7" destOrd="0" presId="urn:microsoft.com/office/officeart/2005/8/layout/vList5"/>
    <dgm:cxn modelId="{F9766533-79D8-4317-8770-C037A15EB088}" type="presParOf" srcId="{4FA53557-F7B8-44EC-B00F-F738DEDE476E}" destId="{8995A6A7-ECD1-4996-AB3F-4885EDBD9598}" srcOrd="8" destOrd="0" presId="urn:microsoft.com/office/officeart/2005/8/layout/vList5"/>
    <dgm:cxn modelId="{395E8218-7ACC-4508-AB0F-41D5B0DDD79E}" type="presParOf" srcId="{8995A6A7-ECD1-4996-AB3F-4885EDBD9598}" destId="{9ED452C2-DCCD-458A-BFCA-ECA1B26B71D5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7C6F3F-3CB4-4774-A69B-D9CE2FFA8946}">
      <dsp:nvSpPr>
        <dsp:cNvPr id="0" name=""/>
        <dsp:cNvSpPr/>
      </dsp:nvSpPr>
      <dsp:spPr>
        <a:xfrm>
          <a:off x="1854011" y="2286"/>
          <a:ext cx="2085762" cy="99989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/>
            <a:t>Pre-installed Software with Adaptive learning.</a:t>
          </a:r>
          <a:endParaRPr lang="en-IN" sz="1800" kern="1200"/>
        </a:p>
      </dsp:txBody>
      <dsp:txXfrm>
        <a:off x="1902822" y="51097"/>
        <a:ext cx="1988140" cy="902276"/>
      </dsp:txXfrm>
    </dsp:sp>
    <dsp:sp modelId="{13608183-A6E0-401A-9100-66F6A8C03DAD}">
      <dsp:nvSpPr>
        <dsp:cNvPr id="0" name=""/>
        <dsp:cNvSpPr/>
      </dsp:nvSpPr>
      <dsp:spPr>
        <a:xfrm>
          <a:off x="1854011" y="1052180"/>
          <a:ext cx="2085762" cy="99989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/>
            <a:t>Scalability</a:t>
          </a:r>
          <a:endParaRPr lang="en-IN" sz="1800" kern="1200"/>
        </a:p>
      </dsp:txBody>
      <dsp:txXfrm>
        <a:off x="1902822" y="1100991"/>
        <a:ext cx="1988140" cy="902276"/>
      </dsp:txXfrm>
    </dsp:sp>
    <dsp:sp modelId="{06F081BC-136A-43F4-B2E9-44BB37F48F78}">
      <dsp:nvSpPr>
        <dsp:cNvPr id="0" name=""/>
        <dsp:cNvSpPr/>
      </dsp:nvSpPr>
      <dsp:spPr>
        <a:xfrm>
          <a:off x="1854011" y="2102074"/>
          <a:ext cx="2085762" cy="99989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/>
            <a:t>Personalized Learning Paths</a:t>
          </a:r>
          <a:endParaRPr lang="en-IN" sz="1800" kern="1200"/>
        </a:p>
      </dsp:txBody>
      <dsp:txXfrm>
        <a:off x="1902822" y="2150885"/>
        <a:ext cx="1988140" cy="902276"/>
      </dsp:txXfrm>
    </dsp:sp>
    <dsp:sp modelId="{1014C0D4-F973-4117-A89A-5A0DB0A58B31}">
      <dsp:nvSpPr>
        <dsp:cNvPr id="0" name=""/>
        <dsp:cNvSpPr/>
      </dsp:nvSpPr>
      <dsp:spPr>
        <a:xfrm>
          <a:off x="1854011" y="3151967"/>
          <a:ext cx="2085762" cy="99989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/>
            <a:t>Data-Driven Insights</a:t>
          </a:r>
          <a:endParaRPr lang="en-IN" sz="1800" kern="1200"/>
        </a:p>
      </dsp:txBody>
      <dsp:txXfrm>
        <a:off x="1902822" y="3200778"/>
        <a:ext cx="1988140" cy="902276"/>
      </dsp:txXfrm>
    </dsp:sp>
    <dsp:sp modelId="{9ED452C2-DCCD-458A-BFCA-ECA1B26B71D5}">
      <dsp:nvSpPr>
        <dsp:cNvPr id="0" name=""/>
        <dsp:cNvSpPr/>
      </dsp:nvSpPr>
      <dsp:spPr>
        <a:xfrm>
          <a:off x="1854011" y="4201861"/>
          <a:ext cx="2085762" cy="99989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/>
            <a:t>Offline Capabilitie</a:t>
          </a:r>
          <a:endParaRPr lang="en-IN" sz="1800" kern="1200"/>
        </a:p>
      </dsp:txBody>
      <dsp:txXfrm>
        <a:off x="1902822" y="4250672"/>
        <a:ext cx="1988140" cy="9022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788fd6f3db13aedf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g788fd6f3db13aedf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g788fd6f3db13aedf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" name="Google Shape;17;p7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8" name="Google Shape;18;p7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" name="Google Shape;19;p7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" name="Google Shape;20;p7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1" name="Google Shape;21;p7"/>
          <p:cNvSpPr txBox="1">
            <a:spLocks noGrp="1"/>
          </p:cNvSpPr>
          <p:nvPr>
            <p:ph type="body" idx="1"/>
          </p:nvPr>
        </p:nvSpPr>
        <p:spPr>
          <a:xfrm>
            <a:off x="6367055" y="4549553"/>
            <a:ext cx="5491570" cy="95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2" name="Google Shape;22;p7"/>
          <p:cNvCxnSpPr/>
          <p:nvPr/>
        </p:nvCxnSpPr>
        <p:spPr>
          <a:xfrm>
            <a:off x="5839833" y="5784349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Introduc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Google Shape;25;p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" name="Google Shape;26;p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" name="Google Shape;27;p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8" name="Google Shape;28;p8"/>
          <p:cNvSpPr>
            <a:spLocks noGrp="1"/>
          </p:cNvSpPr>
          <p:nvPr>
            <p:ph type="pic" idx="2"/>
          </p:nvPr>
        </p:nvSpPr>
        <p:spPr>
          <a:xfrm>
            <a:off x="6096000" y="-22543"/>
            <a:ext cx="6096000" cy="6903086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0" name="Google Shape;30;p8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952499" y="2289363"/>
            <a:ext cx="4572001" cy="279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3480">
          <p15:clr>
            <a:srgbClr val="FBAE40"/>
          </p15:clr>
        </p15:guide>
        <p15:guide id="3" orient="horz" pos="1440">
          <p15:clr>
            <a:srgbClr val="FBAE40"/>
          </p15:clr>
        </p15:guide>
        <p15:guide id="4" orient="horz" pos="1224">
          <p15:clr>
            <a:srgbClr val="FBAE40"/>
          </p15:clr>
        </p15:guide>
        <p15:guide id="5" orient="horz" pos="5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">
  <p:cSld name="Summary 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7" name="Google Shape;37;p9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952500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9" name="Google Shape;39;p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40" name="Google Shape;40;p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1" name="Google Shape;41;p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2" name="Google Shape;42;p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953655" y="3841846"/>
            <a:ext cx="4838700" cy="63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953655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5"/>
          </p:nvPr>
        </p:nvSpPr>
        <p:spPr>
          <a:xfrm>
            <a:off x="952500" y="5017901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6"/>
          </p:nvPr>
        </p:nvSpPr>
        <p:spPr>
          <a:xfrm>
            <a:off x="952500" y="4646997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7"/>
          </p:nvPr>
        </p:nvSpPr>
        <p:spPr>
          <a:xfrm>
            <a:off x="6399647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8"/>
          </p:nvPr>
        </p:nvSpPr>
        <p:spPr>
          <a:xfrm>
            <a:off x="6399647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9"/>
          </p:nvPr>
        </p:nvSpPr>
        <p:spPr>
          <a:xfrm>
            <a:off x="6399647" y="3841846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3"/>
          </p:nvPr>
        </p:nvSpPr>
        <p:spPr>
          <a:xfrm>
            <a:off x="6399647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0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57" name="Google Shape;57;p10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8" name="Google Shape;58;p10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" name="Google Shape;59;p10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0" name="Google Shape;60;p10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1" name="Google Shape;61;p10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10"/>
          <p:cNvCxnSpPr/>
          <p:nvPr/>
        </p:nvCxnSpPr>
        <p:spPr>
          <a:xfrm>
            <a:off x="952500" y="1934655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952500" y="281829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2"/>
          </p:nvPr>
        </p:nvSpPr>
        <p:spPr>
          <a:xfrm>
            <a:off x="952500" y="2209800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6" name="Google Shape;66;p10"/>
          <p:cNvCxnSpPr/>
          <p:nvPr/>
        </p:nvCxnSpPr>
        <p:spPr>
          <a:xfrm>
            <a:off x="3663043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0"/>
          <p:cNvSpPr txBox="1">
            <a:spLocks noGrp="1"/>
          </p:cNvSpPr>
          <p:nvPr>
            <p:ph type="body" idx="3"/>
          </p:nvPr>
        </p:nvSpPr>
        <p:spPr>
          <a:xfrm>
            <a:off x="3663042" y="2818296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4"/>
          </p:nvPr>
        </p:nvSpPr>
        <p:spPr>
          <a:xfrm>
            <a:off x="3663042" y="2209800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9" name="Google Shape;69;p10"/>
          <p:cNvCxnSpPr/>
          <p:nvPr/>
        </p:nvCxnSpPr>
        <p:spPr>
          <a:xfrm>
            <a:off x="952500" y="4248119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0" name="Google Shape;70;p10"/>
          <p:cNvSpPr txBox="1">
            <a:spLocks noGrp="1"/>
          </p:cNvSpPr>
          <p:nvPr>
            <p:ph type="body" idx="5"/>
          </p:nvPr>
        </p:nvSpPr>
        <p:spPr>
          <a:xfrm>
            <a:off x="952500" y="513129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6"/>
          </p:nvPr>
        </p:nvSpPr>
        <p:spPr>
          <a:xfrm>
            <a:off x="952500" y="4522803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2" name="Google Shape;72;p10"/>
          <p:cNvCxnSpPr/>
          <p:nvPr/>
        </p:nvCxnSpPr>
        <p:spPr>
          <a:xfrm>
            <a:off x="3663043" y="4252111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3" name="Google Shape;73;p10"/>
          <p:cNvSpPr txBox="1">
            <a:spLocks noGrp="1"/>
          </p:cNvSpPr>
          <p:nvPr>
            <p:ph type="body" idx="7"/>
          </p:nvPr>
        </p:nvSpPr>
        <p:spPr>
          <a:xfrm>
            <a:off x="3663042" y="513129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8"/>
          </p:nvPr>
        </p:nvSpPr>
        <p:spPr>
          <a:xfrm>
            <a:off x="3663042" y="4522803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5" name="Google Shape;75;p10"/>
          <p:cNvCxnSpPr/>
          <p:nvPr/>
        </p:nvCxnSpPr>
        <p:spPr>
          <a:xfrm>
            <a:off x="6367055" y="4252111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6" name="Google Shape;76;p10"/>
          <p:cNvSpPr txBox="1">
            <a:spLocks noGrp="1"/>
          </p:cNvSpPr>
          <p:nvPr>
            <p:ph type="body" idx="9"/>
          </p:nvPr>
        </p:nvSpPr>
        <p:spPr>
          <a:xfrm>
            <a:off x="6367054" y="513129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body" idx="13"/>
          </p:nvPr>
        </p:nvSpPr>
        <p:spPr>
          <a:xfrm>
            <a:off x="6367054" y="4522803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">
  <p:cSld name="Break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>
            <a:spLocks noGrp="1"/>
          </p:cNvSpPr>
          <p:nvPr>
            <p:ph type="pic" idx="2"/>
          </p:nvPr>
        </p:nvSpPr>
        <p:spPr>
          <a:xfrm>
            <a:off x="0" y="0"/>
            <a:ext cx="1219199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3" name="Google Shape;83;p11"/>
          <p:cNvSpPr txBox="1"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Franklin Gothic"/>
              <a:buNone/>
              <a:defRPr sz="4100" b="1" i="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4" name="Google Shape;84;p11"/>
          <p:cNvCxnSpPr/>
          <p:nvPr/>
        </p:nvCxnSpPr>
        <p:spPr>
          <a:xfrm>
            <a:off x="7154721" y="4003877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85" name="Google Shape;85;p11"/>
          <p:cNvGrpSpPr/>
          <p:nvPr/>
        </p:nvGrpSpPr>
        <p:grpSpPr>
          <a:xfrm rot="10800000">
            <a:off x="9509760" y="-3"/>
            <a:ext cx="2682238" cy="2682238"/>
            <a:chOff x="0" y="12289"/>
            <a:chExt cx="3550" cy="3551"/>
          </a:xfrm>
        </p:grpSpPr>
        <p:sp>
          <p:nvSpPr>
            <p:cNvPr id="86" name="Google Shape;86;p11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8" name="Google Shape;88;p11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104">
          <p15:clr>
            <a:srgbClr val="FBAE40"/>
          </p15:clr>
        </p15:guide>
        <p15:guide id="2" pos="4344">
          <p15:clr>
            <a:srgbClr val="FBAE40"/>
          </p15:clr>
        </p15:guide>
        <p15:guide id="3" pos="4560">
          <p15:clr>
            <a:srgbClr val="FBAE40"/>
          </p15:clr>
        </p15:guide>
        <p15:guide id="4" orient="horz" pos="18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Table"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5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15" name="Google Shape;115;p15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18" name="Google Shape;118;p15"/>
          <p:cNvSpPr>
            <a:spLocks noGrp="1"/>
          </p:cNvSpPr>
          <p:nvPr>
            <p:ph type="pic" idx="2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0" name="Google Shape;120;p15"/>
          <p:cNvCxnSpPr/>
          <p:nvPr/>
        </p:nvCxnSpPr>
        <p:spPr>
          <a:xfrm>
            <a:off x="952500" y="1939108"/>
            <a:ext cx="2133600" cy="0"/>
          </a:xfrm>
          <a:prstGeom prst="straightConnector1">
            <a:avLst/>
          </a:prstGeom>
          <a:noFill/>
          <a:ln w="1016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1" name="Google Shape;121;p15"/>
          <p:cNvSpPr>
            <a:spLocks noGrp="1"/>
          </p:cNvSpPr>
          <p:nvPr>
            <p:ph type="pic" idx="3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5"/>
          <p:cNvSpPr txBox="1">
            <a:spLocks noGrp="1"/>
          </p:cNvSpPr>
          <p:nvPr>
            <p:ph type="body" idx="1"/>
          </p:nvPr>
        </p:nvSpPr>
        <p:spPr>
          <a:xfrm>
            <a:off x="952500" y="539316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body" idx="4"/>
          </p:nvPr>
        </p:nvSpPr>
        <p:spPr>
          <a:xfrm>
            <a:off x="952500" y="4986745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body" idx="5"/>
          </p:nvPr>
        </p:nvSpPr>
        <p:spPr>
          <a:xfrm>
            <a:off x="3663042" y="539316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5"/>
          <p:cNvSpPr txBox="1">
            <a:spLocks noGrp="1"/>
          </p:cNvSpPr>
          <p:nvPr>
            <p:ph type="body" idx="6"/>
          </p:nvPr>
        </p:nvSpPr>
        <p:spPr>
          <a:xfrm>
            <a:off x="3663042" y="4986745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7"/>
          </p:nvPr>
        </p:nvSpPr>
        <p:spPr>
          <a:xfrm>
            <a:off x="63670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15"/>
          <p:cNvSpPr txBox="1">
            <a:spLocks noGrp="1"/>
          </p:cNvSpPr>
          <p:nvPr>
            <p:ph type="body" idx="8"/>
          </p:nvPr>
        </p:nvSpPr>
        <p:spPr>
          <a:xfrm>
            <a:off x="63670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15"/>
          <p:cNvSpPr txBox="1">
            <a:spLocks noGrp="1"/>
          </p:cNvSpPr>
          <p:nvPr>
            <p:ph type="body" idx="9"/>
          </p:nvPr>
        </p:nvSpPr>
        <p:spPr>
          <a:xfrm>
            <a:off x="91102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15"/>
          <p:cNvSpPr txBox="1">
            <a:spLocks noGrp="1"/>
          </p:cNvSpPr>
          <p:nvPr>
            <p:ph type="body" idx="13"/>
          </p:nvPr>
        </p:nvSpPr>
        <p:spPr>
          <a:xfrm>
            <a:off x="91102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30" name="Google Shape;130;p15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31" name="Google Shape;131;p15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36" name="Google Shape;136;p15"/>
          <p:cNvSpPr>
            <a:spLocks noGrp="1"/>
          </p:cNvSpPr>
          <p:nvPr>
            <p:ph type="pic" idx="14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5"/>
          <p:cNvSpPr>
            <a:spLocks noGrp="1"/>
          </p:cNvSpPr>
          <p:nvPr>
            <p:ph type="pic" idx="15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15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5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5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">
  <p:cSld name="Timeline ">
    <p:bg>
      <p:bgPr>
        <a:solidFill>
          <a:schemeClr val="lt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Google Shape;142;p16"/>
          <p:cNvCxnSpPr/>
          <p:nvPr/>
        </p:nvCxnSpPr>
        <p:spPr>
          <a:xfrm flipH="1">
            <a:off x="1045959" y="2213783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3" name="Google Shape;143;p16"/>
          <p:cNvCxnSpPr/>
          <p:nvPr/>
        </p:nvCxnSpPr>
        <p:spPr>
          <a:xfrm flipH="1">
            <a:off x="6180493" y="2213783"/>
            <a:ext cx="11102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4" name="Google Shape;144;p16"/>
          <p:cNvCxnSpPr/>
          <p:nvPr/>
        </p:nvCxnSpPr>
        <p:spPr>
          <a:xfrm flipH="1">
            <a:off x="8745623" y="3904712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5" name="Google Shape;145;p16"/>
          <p:cNvCxnSpPr/>
          <p:nvPr/>
        </p:nvCxnSpPr>
        <p:spPr>
          <a:xfrm flipH="1">
            <a:off x="3611089" y="3895941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1296955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16"/>
          <p:cNvSpPr txBox="1">
            <a:spLocks noGrp="1"/>
          </p:cNvSpPr>
          <p:nvPr>
            <p:ph type="body" idx="2"/>
          </p:nvPr>
        </p:nvSpPr>
        <p:spPr>
          <a:xfrm>
            <a:off x="1296955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16"/>
          <p:cNvSpPr txBox="1">
            <a:spLocks noGrp="1"/>
          </p:cNvSpPr>
          <p:nvPr>
            <p:ph type="body" idx="3"/>
          </p:nvPr>
        </p:nvSpPr>
        <p:spPr>
          <a:xfrm>
            <a:off x="3897799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body" idx="4"/>
          </p:nvPr>
        </p:nvSpPr>
        <p:spPr>
          <a:xfrm>
            <a:off x="3897799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6"/>
          <p:cNvSpPr txBox="1">
            <a:spLocks noGrp="1"/>
          </p:cNvSpPr>
          <p:nvPr>
            <p:ph type="body" idx="5"/>
          </p:nvPr>
        </p:nvSpPr>
        <p:spPr>
          <a:xfrm>
            <a:off x="9001711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body" idx="6"/>
          </p:nvPr>
        </p:nvSpPr>
        <p:spPr>
          <a:xfrm>
            <a:off x="9001711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7"/>
          </p:nvPr>
        </p:nvSpPr>
        <p:spPr>
          <a:xfrm>
            <a:off x="6438143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16"/>
          <p:cNvSpPr txBox="1">
            <a:spLocks noGrp="1"/>
          </p:cNvSpPr>
          <p:nvPr>
            <p:ph type="body" idx="8"/>
          </p:nvPr>
        </p:nvSpPr>
        <p:spPr>
          <a:xfrm>
            <a:off x="6438143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55" name="Google Shape;155;p16"/>
          <p:cNvCxnSpPr/>
          <p:nvPr/>
        </p:nvCxnSpPr>
        <p:spPr>
          <a:xfrm>
            <a:off x="967689" y="3968780"/>
            <a:ext cx="10275477" cy="0"/>
          </a:xfrm>
          <a:prstGeom prst="straightConnector1">
            <a:avLst/>
          </a:prstGeom>
          <a:noFill/>
          <a:ln w="1651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6" name="Google Shape;156;p16"/>
          <p:cNvSpPr/>
          <p:nvPr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0" name="Google Shape;160;p16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6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">
  <p:cSld name="2 Col"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7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65" name="Google Shape;165;p17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68" name="Google Shape;168;p17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69" name="Google Shape;169;p17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17"/>
          <p:cNvSpPr txBox="1"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2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body" idx="3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4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74" name="Google Shape;174;p17"/>
          <p:cNvCxnSpPr/>
          <p:nvPr/>
        </p:nvCxnSpPr>
        <p:spPr>
          <a:xfrm>
            <a:off x="63627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5" name="Google Shape;175;p17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7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7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">
  <p:cSld name="3 col">
    <p:bg>
      <p:bgPr>
        <a:solidFill>
          <a:schemeClr val="l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1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80" name="Google Shape;180;p1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83" name="Google Shape;183;p1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84" name="Google Shape;184;p18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5" name="Google Shape;185;p18"/>
          <p:cNvSpPr txBox="1"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6" name="Google Shape;186;p18"/>
          <p:cNvSpPr txBox="1">
            <a:spLocks noGrp="1"/>
          </p:cNvSpPr>
          <p:nvPr>
            <p:ph type="body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18"/>
          <p:cNvSpPr txBox="1">
            <a:spLocks noGrp="1"/>
          </p:cNvSpPr>
          <p:nvPr>
            <p:ph type="body" idx="3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8" name="Google Shape;188;p18"/>
          <p:cNvSpPr txBox="1">
            <a:spLocks noGrp="1"/>
          </p:cNvSpPr>
          <p:nvPr>
            <p:ph type="body" idx="4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18"/>
          <p:cNvSpPr txBox="1">
            <a:spLocks noGrp="1"/>
          </p:cNvSpPr>
          <p:nvPr>
            <p:ph type="body" idx="5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0" name="Google Shape;190;p18"/>
          <p:cNvSpPr txBox="1">
            <a:spLocks noGrp="1"/>
          </p:cNvSpPr>
          <p:nvPr>
            <p:ph type="body" idx="6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91" name="Google Shape;191;p18"/>
          <p:cNvCxnSpPr/>
          <p:nvPr/>
        </p:nvCxnSpPr>
        <p:spPr>
          <a:xfrm>
            <a:off x="4569372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2" name="Google Shape;192;p18"/>
          <p:cNvCxnSpPr/>
          <p:nvPr/>
        </p:nvCxnSpPr>
        <p:spPr>
          <a:xfrm>
            <a:off x="8187017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3" name="Google Shape;193;p1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5" orient="horz" pos="1224">
          <p15:clr>
            <a:srgbClr val="FBAE40"/>
          </p15:clr>
        </p15:guide>
        <p15:guide id="6" orient="horz" pos="1440">
          <p15:clr>
            <a:srgbClr val="FBAE40"/>
          </p15:clr>
        </p15:guide>
        <p15:guide id="7" orient="horz" pos="552">
          <p15:clr>
            <a:srgbClr val="FBAE40"/>
          </p15:clr>
        </p15:guide>
        <p15:guide id="8" pos="4800">
          <p15:clr>
            <a:srgbClr val="FBAE40"/>
          </p15:clr>
        </p15:guide>
        <p15:guide id="9" pos="2880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bg>
      <p:bgPr>
        <a:solidFill>
          <a:schemeClr val="lt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 txBox="1">
            <a:spLocks noGrp="1"/>
          </p:cNvSpPr>
          <p:nvPr>
            <p:ph type="body" idx="1"/>
          </p:nvPr>
        </p:nvSpPr>
        <p:spPr>
          <a:xfrm>
            <a:off x="6896100" y="5102063"/>
            <a:ext cx="4914900" cy="58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0" i="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19"/>
          <p:cNvSpPr txBox="1">
            <a:spLocks noGrp="1"/>
          </p:cNvSpPr>
          <p:nvPr>
            <p:ph type="subTitle" idx="2"/>
          </p:nvPr>
        </p:nvSpPr>
        <p:spPr>
          <a:xfrm>
            <a:off x="6907623" y="3591098"/>
            <a:ext cx="4903377" cy="105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9" name="Google Shape;199;p19"/>
          <p:cNvSpPr txBox="1"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00" name="Google Shape;200;p19"/>
          <p:cNvCxnSpPr/>
          <p:nvPr/>
        </p:nvCxnSpPr>
        <p:spPr>
          <a:xfrm>
            <a:off x="6896100" y="3233703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1" name="Google Shape;201;p19"/>
          <p:cNvSpPr>
            <a:spLocks noGrp="1"/>
          </p:cNvSpPr>
          <p:nvPr>
            <p:ph type="pic" idx="3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2" name="Google Shape;202;p1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203" name="Google Shape;203;p1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9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 /><Relationship Id="rId7" Type="http://schemas.microsoft.com/office/2007/relationships/diagramDrawing" Target="../diagrams/drawing1.xml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6" Type="http://schemas.openxmlformats.org/officeDocument/2006/relationships/diagramColors" Target="../diagrams/colors1.xml" /><Relationship Id="rId5" Type="http://schemas.openxmlformats.org/officeDocument/2006/relationships/diagramQuickStyle" Target="../diagrams/quickStyle1.xml" /><Relationship Id="rId4" Type="http://schemas.openxmlformats.org/officeDocument/2006/relationships/diagramLayout" Target="../diagrams/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"/>
          <p:cNvSpPr txBox="1">
            <a:spLocks noGrp="1"/>
          </p:cNvSpPr>
          <p:nvPr>
            <p:ph type="ctrTitle"/>
          </p:nvPr>
        </p:nvSpPr>
        <p:spPr>
          <a:xfrm>
            <a:off x="5250254" y="128507"/>
            <a:ext cx="6461700" cy="11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anklin Gothic"/>
              <a:buNone/>
            </a:pPr>
            <a:r>
              <a:rPr lang="en-US" sz="3600" b="1"/>
              <a:t>Basic Details of the Team and Problem Statement</a:t>
            </a:r>
            <a:endParaRPr/>
          </a:p>
        </p:txBody>
      </p:sp>
      <p:sp>
        <p:nvSpPr>
          <p:cNvPr id="250" name="Google Shape;250;p1"/>
          <p:cNvSpPr txBox="1">
            <a:spLocks noGrp="1"/>
          </p:cNvSpPr>
          <p:nvPr>
            <p:ph type="body" idx="1"/>
          </p:nvPr>
        </p:nvSpPr>
        <p:spPr>
          <a:xfrm>
            <a:off x="5823750" y="1575621"/>
            <a:ext cx="6045600" cy="49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Problem Statement ID: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endParaRPr sz="2000" dirty="0">
              <a:solidFill>
                <a:schemeClr val="tx2">
                  <a:lumMod val="75000"/>
                </a:schemeClr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Problem Statement Tittle:</a:t>
            </a:r>
            <a:endParaRPr sz="2000" dirty="0">
              <a:solidFill>
                <a:schemeClr val="tx2">
                  <a:lumMod val="75000"/>
                </a:schemeClr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sz="2000" dirty="0">
                <a:solidFill>
                  <a:schemeClr val="tx2">
                    <a:lumMod val="75000"/>
                  </a:schemeClr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Theme:</a:t>
            </a:r>
            <a:endParaRPr sz="2000" dirty="0">
              <a:solidFill>
                <a:schemeClr val="tx2">
                  <a:lumMod val="75000"/>
                </a:schemeClr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sz="2000" dirty="0">
                <a:solidFill>
                  <a:schemeClr val="tx2">
                    <a:lumMod val="75000"/>
                  </a:schemeClr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PS Category:</a:t>
            </a:r>
            <a:endParaRPr sz="2000" dirty="0">
              <a:solidFill>
                <a:schemeClr val="tx2">
                  <a:lumMod val="75000"/>
                </a:schemeClr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sz="2000" dirty="0">
                <a:solidFill>
                  <a:schemeClr val="tx2">
                    <a:lumMod val="75000"/>
                  </a:schemeClr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Team ID: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endParaRPr sz="2000" dirty="0">
              <a:solidFill>
                <a:schemeClr val="tx2">
                  <a:lumMod val="75000"/>
                </a:schemeClr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Team Name:</a:t>
            </a:r>
            <a:endParaRPr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2" name="Google Shape;252;p1"/>
          <p:cNvSpPr txBox="1"/>
          <p:nvPr/>
        </p:nvSpPr>
        <p:spPr>
          <a:xfrm>
            <a:off x="6090" y="2729600"/>
            <a:ext cx="121920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55" name="Google Shape;255;p1"/>
          <p:cNvSpPr txBox="1"/>
          <p:nvPr/>
        </p:nvSpPr>
        <p:spPr>
          <a:xfrm>
            <a:off x="6090" y="2729600"/>
            <a:ext cx="121920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56" name="Google Shape;256;p1"/>
          <p:cNvSpPr txBox="1"/>
          <p:nvPr/>
        </p:nvSpPr>
        <p:spPr>
          <a:xfrm>
            <a:off x="6090" y="2729600"/>
            <a:ext cx="121920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endParaRPr sz="2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6F2DC4-89F9-AF7A-775E-4451AAE89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2617" y="-11914"/>
            <a:ext cx="5591962" cy="22616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5534431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lang="en-US"/>
              <a:t>Idea/Approach Details</a:t>
            </a:r>
            <a:endParaRPr/>
          </a:p>
        </p:txBody>
      </p:sp>
      <p:sp>
        <p:nvSpPr>
          <p:cNvPr id="218" name="Google Shape;218;p2"/>
          <p:cNvSpPr txBox="1">
            <a:spLocks noGrp="1"/>
          </p:cNvSpPr>
          <p:nvPr>
            <p:ph type="body" idx="1"/>
          </p:nvPr>
        </p:nvSpPr>
        <p:spPr>
          <a:xfrm>
            <a:off x="971550" y="2289363"/>
            <a:ext cx="6024054" cy="419716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1800" dirty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Proposed Solution: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endParaRPr dirty="0"/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Learning Analytics: Data analytics tools are used to collect  data on student performance, behavior, and engagement.</a:t>
            </a: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endParaRPr lang="en-US" sz="1600" b="0" i="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Interactive Learning: NLP is used in chatbots and virtual tutors that assist students with questions, explanations.</a:t>
            </a: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endParaRPr lang="en-US" sz="1600" b="0" i="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Data Storage and Processing: Cloud platforms like AWS, Google Cloud can host the software, store student data.</a:t>
            </a: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endParaRPr lang="en-US" sz="1600" b="0" i="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Engagement Tools: Technologies can be used to create gamified learning.</a:t>
            </a: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endParaRPr lang="en-US" sz="1600" b="0" i="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Device Pre-Installation: The software is pre-installed on educational devices like laptops, tablets at the manufacturing stage</a:t>
            </a:r>
            <a:endParaRPr lang="en-US" dirty="0"/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dirty="0"/>
          </a:p>
          <a:p>
            <a:pPr marL="285750" lvl="0" indent="-1841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dirty="0"/>
          </a:p>
        </p:txBody>
      </p:sp>
      <p:sp>
        <p:nvSpPr>
          <p:cNvPr id="219" name="Google Shape;219;p2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22" name="Google Shape;222;p2"/>
          <p:cNvSpPr txBox="1"/>
          <p:nvPr/>
        </p:nvSpPr>
        <p:spPr>
          <a:xfrm>
            <a:off x="7250149" y="1677710"/>
            <a:ext cx="4572001" cy="437249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lt2"/>
                </a:solidFill>
                <a:latin typeface="Franklin Gothic"/>
                <a:ea typeface="Libre Franklin"/>
                <a:cs typeface="Libre Franklin"/>
                <a:sym typeface="Franklin Gothic"/>
              </a:rPr>
              <a:t>Uniqueness</a:t>
            </a: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chemeClr val="dk1"/>
                </a:solidFill>
                <a:ea typeface="Libre Franklin"/>
              </a:rPr>
              <a:t>It delivers personalized experiences by way of preinstalled software.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Wingdings" panose="05000000000000000000" pitchFamily="2" charset="2"/>
              <a:buChar char="§"/>
            </a:pPr>
            <a:endParaRPr lang="en-US" sz="1600" b="0" i="0" dirty="0">
              <a:solidFill>
                <a:schemeClr val="dk1"/>
              </a:solidFill>
              <a:ea typeface="Libre Frankli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chemeClr val="dk1"/>
                </a:solidFill>
                <a:ea typeface="Libre Franklin"/>
              </a:rPr>
              <a:t> ​It is based on AI driven adaptive learning that allows every student to move at their own speed.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</a:pPr>
            <a:r>
              <a:rPr lang="en-US" sz="1600" b="0" i="0" dirty="0">
                <a:solidFill>
                  <a:schemeClr val="dk1"/>
                </a:solidFill>
                <a:ea typeface="Libre Franklin"/>
              </a:rPr>
              <a:t>​ 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chemeClr val="dk1"/>
                </a:solidFill>
                <a:ea typeface="Libre Franklin"/>
              </a:rPr>
              <a:t>The system can be expanded with ease and also works offline, which is crucial for under-resourced schools.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</a:pPr>
            <a:r>
              <a:rPr lang="en-US" sz="1600" b="0" i="0" dirty="0">
                <a:solidFill>
                  <a:schemeClr val="dk1"/>
                </a:solidFill>
                <a:ea typeface="Libre Franklin"/>
              </a:rPr>
              <a:t> 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chemeClr val="dk1"/>
                </a:solidFill>
                <a:ea typeface="Libre Franklin"/>
              </a:rPr>
              <a:t>This creates a dynamic, data-driven educational environment.​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14C8792D-B05A-F30F-6C2C-2EF623019DBE}"/>
              </a:ext>
            </a:extLst>
          </p:cNvPr>
          <p:cNvSpPr txBox="1"/>
          <p:nvPr/>
        </p:nvSpPr>
        <p:spPr>
          <a:xfrm>
            <a:off x="3048000" y="327511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33912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"/>
          <p:cNvSpPr txBox="1">
            <a:spLocks noGrp="1"/>
          </p:cNvSpPr>
          <p:nvPr>
            <p:ph type="title"/>
          </p:nvPr>
        </p:nvSpPr>
        <p:spPr>
          <a:xfrm>
            <a:off x="952499" y="1096346"/>
            <a:ext cx="5780809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lang="en-US"/>
              <a:t>Idea/Approach Details</a:t>
            </a:r>
            <a:endParaRPr/>
          </a:p>
        </p:txBody>
      </p:sp>
      <p:sp>
        <p:nvSpPr>
          <p:cNvPr id="228" name="Google Shape;228;p3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dirty="0"/>
              <a:t>Technology Used:</a:t>
            </a:r>
            <a:endParaRPr dirty="0"/>
          </a:p>
        </p:txBody>
      </p:sp>
      <p:sp>
        <p:nvSpPr>
          <p:cNvPr id="229" name="Google Shape;229;p3"/>
          <p:cNvSpPr txBox="1">
            <a:spLocks noGrp="1"/>
          </p:cNvSpPr>
          <p:nvPr>
            <p:ph type="body" idx="1"/>
          </p:nvPr>
        </p:nvSpPr>
        <p:spPr>
          <a:xfrm>
            <a:off x="952499" y="2656903"/>
            <a:ext cx="4838701" cy="392296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/>
              <a:t>Adaptive Learning Software: Software that personalizes educational content.</a:t>
            </a:r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lang="en-US" dirty="0"/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/>
              <a:t>Data Analytics: Tools and algorithms to analyze student performance data</a:t>
            </a:r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lang="en-US" dirty="0"/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/>
              <a:t>Artificial Intelligence and Machine Learning: AI-driven algorithms that adapt content in real-time based on student interactions</a:t>
            </a:r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lang="en-US" dirty="0"/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/>
              <a:t>Cloud Computing: For storing and accessing educational resources</a:t>
            </a:r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lang="en-US" dirty="0"/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/>
              <a:t>User Interfaces: Intuitive interfaces for students and teachers to interact  </a:t>
            </a:r>
            <a:endParaRPr dirty="0"/>
          </a:p>
        </p:txBody>
      </p:sp>
      <p:sp>
        <p:nvSpPr>
          <p:cNvPr id="230" name="Google Shape;230;p3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31" name="Google Shape;231;p3"/>
          <p:cNvSpPr txBox="1"/>
          <p:nvPr/>
        </p:nvSpPr>
        <p:spPr>
          <a:xfrm>
            <a:off x="6324600" y="2286000"/>
            <a:ext cx="51435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lt2"/>
                </a:solidFill>
                <a:latin typeface="Franklin Gothic"/>
                <a:sym typeface="Franklin Gothic"/>
              </a:rPr>
              <a:t>Procedure to implement:</a:t>
            </a:r>
            <a:endParaRPr dirty="0"/>
          </a:p>
        </p:txBody>
      </p:sp>
      <p:sp>
        <p:nvSpPr>
          <p:cNvPr id="232" name="Google Shape;232;p3"/>
          <p:cNvSpPr txBox="1"/>
          <p:nvPr/>
        </p:nvSpPr>
        <p:spPr>
          <a:xfrm>
            <a:off x="6248399" y="2656903"/>
            <a:ext cx="4838701" cy="392296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r>
              <a:rPr lang="en-US" sz="1600" dirty="0"/>
              <a:t>Design and Development: Develop or customize the software to meet the specific needs of the educational institution</a:t>
            </a: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r>
              <a:rPr lang="en-US" sz="1600" dirty="0"/>
              <a:t>Compliance and Security: Ensure the software complies with data privacy regulations</a:t>
            </a: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r>
              <a:rPr lang="en-US" sz="1600" dirty="0"/>
              <a:t>Hardware and Software Setup: Distribute pre-installed software on educational devices</a:t>
            </a: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§"/>
            </a:pPr>
            <a:r>
              <a:rPr lang="en-US" sz="1600" dirty="0"/>
              <a:t>Schedule regular software updates to address bugs, introduce new features</a:t>
            </a:r>
            <a:r>
              <a:rPr lang="en-US" dirty="0"/>
              <a:t>,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4B962C-F302-2775-1A24-4CFBD03E5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209551"/>
            <a:ext cx="4941477" cy="1280376"/>
          </a:xfrm>
        </p:spPr>
        <p:txBody>
          <a:bodyPr>
            <a:normAutofit/>
          </a:bodyPr>
          <a:lstStyle/>
          <a:p>
            <a:r>
              <a:rPr lang="en-US" sz="2800" dirty="0"/>
              <a:t>Challenges and risks with solutions</a:t>
            </a:r>
            <a:endParaRPr lang="en-IN" sz="2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B5D83A-6517-EF29-1274-BCBB028215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Challenges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CB5AB6-9D1F-DBA3-D883-894F3C558D0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Solutions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C5893E0-7E0B-F788-1EEC-402497186D4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964023" y="2799145"/>
            <a:ext cx="4827178" cy="2805241"/>
          </a:xfrm>
        </p:spPr>
        <p:txBody>
          <a:bodyPr>
            <a:normAutofit/>
          </a:bodyPr>
          <a:lstStyle/>
          <a:p>
            <a:r>
              <a:rPr lang="en-US" dirty="0"/>
              <a:t>Teachers, students, and parents may need time to adapt to the new system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Handling student data requires strict adherence to privacy laws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Demonstrating the effectiveness of the personalized learning approach can be difficult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Maintaining the software over time requires ongoing support, update</a:t>
            </a:r>
          </a:p>
          <a:p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B1F465-DEE8-81E2-0C8E-3E0813E0C693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362700" y="2799145"/>
            <a:ext cx="4756241" cy="2893731"/>
          </a:xfrm>
        </p:spPr>
        <p:txBody>
          <a:bodyPr>
            <a:normAutofit/>
          </a:bodyPr>
          <a:lstStyle/>
          <a:p>
            <a:r>
              <a:rPr lang="en-US" dirty="0"/>
              <a:t>Offer comprehensive training programs for all users, including workshops, webinars</a:t>
            </a:r>
          </a:p>
          <a:p>
            <a:r>
              <a:rPr lang="en-IN" i="1" dirty="0"/>
              <a:t>I</a:t>
            </a:r>
            <a:r>
              <a:rPr lang="en-IN" dirty="0"/>
              <a:t>mplement strong encryption protocols for data storage</a:t>
            </a:r>
          </a:p>
          <a:p>
            <a:r>
              <a:rPr lang="en-US" dirty="0"/>
              <a:t>Conduct pilot studies with measurable outcomes, such as student performance, engagement levels</a:t>
            </a:r>
          </a:p>
          <a:p>
            <a:r>
              <a:rPr lang="en-US" dirty="0"/>
              <a:t>Set up a support system with clear channels for users to report issues and seek help</a:t>
            </a:r>
            <a:endParaRPr lang="en-IN" dirty="0"/>
          </a:p>
        </p:txBody>
      </p:sp>
      <p:sp>
        <p:nvSpPr>
          <p:cNvPr id="264" name="Google Shape;264;p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1FF7A97-E633-C84B-183F-2112C0F5DABD}"/>
              </a:ext>
            </a:extLst>
          </p:cNvPr>
          <p:cNvCxnSpPr>
            <a:cxnSpLocks/>
          </p:cNvCxnSpPr>
          <p:nvPr/>
        </p:nvCxnSpPr>
        <p:spPr>
          <a:xfrm flipV="1">
            <a:off x="5905500" y="2300984"/>
            <a:ext cx="0" cy="40312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CA479-7974-A9FB-E46A-F89F3240C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4004" y="-655593"/>
            <a:ext cx="5491571" cy="1514019"/>
          </a:xfrm>
        </p:spPr>
        <p:txBody>
          <a:bodyPr/>
          <a:lstStyle/>
          <a:p>
            <a:r>
              <a:rPr lang="en-US" sz="3200" dirty="0">
                <a:solidFill>
                  <a:schemeClr val="tx2">
                    <a:lumMod val="75000"/>
                  </a:schemeClr>
                </a:solidFill>
              </a:rPr>
              <a:t>Benefits of the solution:</a:t>
            </a:r>
            <a:endParaRPr lang="en-IN" sz="3200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8B6E721-BC6A-75F0-49B5-E4B50A9AEF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4199564"/>
              </p:ext>
            </p:extLst>
          </p:nvPr>
        </p:nvGraphicFramePr>
        <p:xfrm>
          <a:off x="3048000" y="1330103"/>
          <a:ext cx="5793785" cy="5204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440</Words>
  <Application>Microsoft Office PowerPoint</Application>
  <PresentationFormat>Widescreen</PresentationFormat>
  <Paragraphs>70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Theme1</vt:lpstr>
      <vt:lpstr>Basic Details of the Team and Problem Statement</vt:lpstr>
      <vt:lpstr>Idea/Approach Details</vt:lpstr>
      <vt:lpstr>PowerPoint Presentation</vt:lpstr>
      <vt:lpstr>Idea/Approach Details</vt:lpstr>
      <vt:lpstr>Challenges and risks with solutions</vt:lpstr>
      <vt:lpstr>Benefits of the solution: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Details of the Team and Problem Statement</dc:title>
  <dc:creator>sivashree</dc:creator>
  <cp:lastModifiedBy>Forsaken Script</cp:lastModifiedBy>
  <cp:revision>31</cp:revision>
  <dcterms:modified xsi:type="dcterms:W3CDTF">2024-08-20T13:12:02Z</dcterms:modified>
</cp:coreProperties>
</file>
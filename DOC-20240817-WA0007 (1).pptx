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8" r:id="rId5"/>
    <p:sldId id="259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7F5A8-D7C6-44E5-ABE0-46BD66AAB553}" v="50" dt="2024-08-19T20:13:46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shree Prakash" userId="da95e6084df3bc57" providerId="LiveId" clId="{0137F5A8-D7C6-44E5-ABE0-46BD66AAB553}"/>
    <pc:docChg chg="modSld">
      <pc:chgData name="Sivashree Prakash" userId="da95e6084df3bc57" providerId="LiveId" clId="{0137F5A8-D7C6-44E5-ABE0-46BD66AAB553}" dt="2024-08-19T20:17:46.064" v="210" actId="20577"/>
      <pc:docMkLst>
        <pc:docMk/>
      </pc:docMkLst>
      <pc:sldChg chg="modSp mod">
        <pc:chgData name="Sivashree Prakash" userId="da95e6084df3bc57" providerId="LiveId" clId="{0137F5A8-D7C6-44E5-ABE0-46BD66AAB553}" dt="2024-08-19T20:17:46.064" v="210" actId="20577"/>
        <pc:sldMkLst>
          <pc:docMk/>
          <pc:sldMk cId="0" sldId="257"/>
        </pc:sldMkLst>
        <pc:spChg chg="mod">
          <ac:chgData name="Sivashree Prakash" userId="da95e6084df3bc57" providerId="LiveId" clId="{0137F5A8-D7C6-44E5-ABE0-46BD66AAB553}" dt="2024-08-19T20:16:43.415" v="155" actId="20577"/>
          <ac:spMkLst>
            <pc:docMk/>
            <pc:sldMk cId="0" sldId="257"/>
            <ac:spMk id="218" creationId="{00000000-0000-0000-0000-000000000000}"/>
          </ac:spMkLst>
        </pc:spChg>
        <pc:spChg chg="mod">
          <ac:chgData name="Sivashree Prakash" userId="da95e6084df3bc57" providerId="LiveId" clId="{0137F5A8-D7C6-44E5-ABE0-46BD66AAB553}" dt="2024-08-19T20:17:46.064" v="210" actId="20577"/>
          <ac:spMkLst>
            <pc:docMk/>
            <pc:sldMk cId="0" sldId="257"/>
            <ac:spMk id="222" creationId="{00000000-0000-0000-0000-000000000000}"/>
          </ac:spMkLst>
        </pc:spChg>
      </pc:sldChg>
      <pc:sldChg chg="modSp">
        <pc:chgData name="Sivashree Prakash" userId="da95e6084df3bc57" providerId="LiveId" clId="{0137F5A8-D7C6-44E5-ABE0-46BD66AAB553}" dt="2024-08-19T20:13:46.648" v="138" actId="20577"/>
        <pc:sldMkLst>
          <pc:docMk/>
          <pc:sldMk cId="0" sldId="258"/>
        </pc:sldMkLst>
        <pc:graphicFrameChg chg="mod">
          <ac:chgData name="Sivashree Prakash" userId="da95e6084df3bc57" providerId="LiveId" clId="{0137F5A8-D7C6-44E5-ABE0-46BD66AAB553}" dt="2024-08-19T20:13:46.648" v="138" actId="20577"/>
          <ac:graphicFrameMkLst>
            <pc:docMk/>
            <pc:sldMk cId="0" sldId="258"/>
            <ac:graphicFrameMk id="4" creationId="{7F9D69AF-C57E-7543-2EF3-4022133E939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DE577B-0A5C-4120-BB01-2290C5D84403}" type="doc">
      <dgm:prSet loTypeId="urn:microsoft.com/office/officeart/2005/8/layout/vList2" loCatId="list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8E744F92-0BB5-4B31-BDC7-2285F2436FA9}">
      <dgm:prSet/>
      <dgm:spPr/>
      <dgm:t>
        <a:bodyPr/>
        <a:lstStyle/>
        <a:p>
          <a:r>
            <a:rPr lang="en-US" b="1" i="0" baseline="0"/>
            <a:t>Sensors:</a:t>
          </a:r>
          <a:r>
            <a:rPr lang="en-US" b="0" i="0" baseline="0"/>
            <a:t> Soil Moisture</a:t>
          </a:r>
          <a:endParaRPr lang="en-US" b="0" i="0"/>
        </a:p>
      </dgm:t>
    </dgm:pt>
    <dgm:pt modelId="{19265977-423B-4A30-92F1-C06347CFEC46}" type="parTrans" cxnId="{1427E6B5-80BF-4056-BACB-31F2CA32DAAC}">
      <dgm:prSet/>
      <dgm:spPr/>
      <dgm:t>
        <a:bodyPr/>
        <a:lstStyle/>
        <a:p>
          <a:endParaRPr lang="en-IN"/>
        </a:p>
      </dgm:t>
    </dgm:pt>
    <dgm:pt modelId="{B2D6DA93-4DB6-4CAA-808F-8C2F0827F4FE}" type="sibTrans" cxnId="{1427E6B5-80BF-4056-BACB-31F2CA32DAAC}">
      <dgm:prSet/>
      <dgm:spPr/>
      <dgm:t>
        <a:bodyPr/>
        <a:lstStyle/>
        <a:p>
          <a:endParaRPr lang="en-IN"/>
        </a:p>
      </dgm:t>
    </dgm:pt>
    <dgm:pt modelId="{4AB1033A-EE64-4BD3-909B-5BB0056151CD}">
      <dgm:prSet/>
      <dgm:spPr/>
      <dgm:t>
        <a:bodyPr/>
        <a:lstStyle/>
        <a:p>
          <a:r>
            <a:rPr lang="en-US" b="1" i="0" baseline="0" dirty="0"/>
            <a:t>Smart Controllers: </a:t>
          </a:r>
          <a:r>
            <a:rPr lang="en-US" b="0" i="0" baseline="0" dirty="0"/>
            <a:t>Arduino </a:t>
          </a:r>
          <a:endParaRPr lang="en-IN" b="0" dirty="0"/>
        </a:p>
      </dgm:t>
    </dgm:pt>
    <dgm:pt modelId="{D166532D-CB61-4237-AB86-C47DB85B1964}" type="parTrans" cxnId="{0D8E2677-C50B-4D16-99C3-1FF2F66E8E6F}">
      <dgm:prSet/>
      <dgm:spPr/>
      <dgm:t>
        <a:bodyPr/>
        <a:lstStyle/>
        <a:p>
          <a:endParaRPr lang="en-IN"/>
        </a:p>
      </dgm:t>
    </dgm:pt>
    <dgm:pt modelId="{8AC1F560-9972-486B-8DDE-9584E97C095E}" type="sibTrans" cxnId="{0D8E2677-C50B-4D16-99C3-1FF2F66E8E6F}">
      <dgm:prSet/>
      <dgm:spPr/>
      <dgm:t>
        <a:bodyPr/>
        <a:lstStyle/>
        <a:p>
          <a:endParaRPr lang="en-IN"/>
        </a:p>
      </dgm:t>
    </dgm:pt>
    <dgm:pt modelId="{6E0EC8BA-C465-458D-8AB5-730940677E1D}">
      <dgm:prSet/>
      <dgm:spPr/>
      <dgm:t>
        <a:bodyPr/>
        <a:lstStyle/>
        <a:p>
          <a:r>
            <a:rPr lang="en-US" b="1" i="0" baseline="0"/>
            <a:t>Communication Networks:</a:t>
          </a:r>
          <a:r>
            <a:rPr lang="en-US" b="0" i="0" baseline="0"/>
            <a:t> Wireless (Wi-Fi, Zigbee, LoRa), Bluetooth</a:t>
          </a:r>
          <a:endParaRPr lang="en-IN"/>
        </a:p>
      </dgm:t>
    </dgm:pt>
    <dgm:pt modelId="{89255A0F-4A6B-48D6-8146-EFF355B4CFDF}" type="parTrans" cxnId="{216B5FDD-6748-4153-B9BA-74F08FEC1767}">
      <dgm:prSet/>
      <dgm:spPr/>
      <dgm:t>
        <a:bodyPr/>
        <a:lstStyle/>
        <a:p>
          <a:endParaRPr lang="en-IN"/>
        </a:p>
      </dgm:t>
    </dgm:pt>
    <dgm:pt modelId="{26D433AE-FE08-4929-A8F4-E270E2EC6130}" type="sibTrans" cxnId="{216B5FDD-6748-4153-B9BA-74F08FEC1767}">
      <dgm:prSet/>
      <dgm:spPr/>
      <dgm:t>
        <a:bodyPr/>
        <a:lstStyle/>
        <a:p>
          <a:endParaRPr lang="en-IN"/>
        </a:p>
      </dgm:t>
    </dgm:pt>
    <dgm:pt modelId="{7BA241E0-2DFC-4779-8085-658788F5003D}">
      <dgm:prSet/>
      <dgm:spPr/>
      <dgm:t>
        <a:bodyPr/>
        <a:lstStyle/>
        <a:p>
          <a:r>
            <a:rPr lang="en-US" b="1" i="0" baseline="0" dirty="0"/>
            <a:t>Automated Systems:</a:t>
          </a:r>
          <a:r>
            <a:rPr lang="en-US" b="0" i="0" baseline="0" dirty="0"/>
            <a:t> Sprinklers</a:t>
          </a:r>
          <a:endParaRPr lang="en-IN" dirty="0"/>
        </a:p>
      </dgm:t>
    </dgm:pt>
    <dgm:pt modelId="{3D9A9C8D-3344-467A-95F9-BDB067E7819D}" type="parTrans" cxnId="{6D40228C-3DBC-42A9-804E-91A9986CB72C}">
      <dgm:prSet/>
      <dgm:spPr/>
      <dgm:t>
        <a:bodyPr/>
        <a:lstStyle/>
        <a:p>
          <a:endParaRPr lang="en-IN"/>
        </a:p>
      </dgm:t>
    </dgm:pt>
    <dgm:pt modelId="{1C092026-7209-424A-9BFD-B378CC4290C9}" type="sibTrans" cxnId="{6D40228C-3DBC-42A9-804E-91A9986CB72C}">
      <dgm:prSet/>
      <dgm:spPr/>
      <dgm:t>
        <a:bodyPr/>
        <a:lstStyle/>
        <a:p>
          <a:endParaRPr lang="en-IN"/>
        </a:p>
      </dgm:t>
    </dgm:pt>
    <dgm:pt modelId="{559FEEE1-9766-46D7-920A-0FB0ADC17A4E}">
      <dgm:prSet/>
      <dgm:spPr/>
      <dgm:t>
        <a:bodyPr/>
        <a:lstStyle/>
        <a:p>
          <a:r>
            <a:rPr lang="en-US" b="1" i="0" baseline="0" dirty="0"/>
            <a:t>Data Analytics:</a:t>
          </a:r>
          <a:r>
            <a:rPr lang="en-US" b="0" i="0" baseline="0" dirty="0"/>
            <a:t> Real-time Monitoring</a:t>
          </a:r>
          <a:endParaRPr lang="en-IN" dirty="0"/>
        </a:p>
      </dgm:t>
    </dgm:pt>
    <dgm:pt modelId="{5765F655-C6F7-4DFA-A8CD-D57B90971ADC}" type="parTrans" cxnId="{811B4C46-8C2F-4899-A13A-A5CF0EF42B9B}">
      <dgm:prSet/>
      <dgm:spPr/>
      <dgm:t>
        <a:bodyPr/>
        <a:lstStyle/>
        <a:p>
          <a:endParaRPr lang="en-IN"/>
        </a:p>
      </dgm:t>
    </dgm:pt>
    <dgm:pt modelId="{70726CBD-5019-4EBA-AECE-E4BAA84B73D2}" type="sibTrans" cxnId="{811B4C46-8C2F-4899-A13A-A5CF0EF42B9B}">
      <dgm:prSet/>
      <dgm:spPr/>
      <dgm:t>
        <a:bodyPr/>
        <a:lstStyle/>
        <a:p>
          <a:endParaRPr lang="en-IN"/>
        </a:p>
      </dgm:t>
    </dgm:pt>
    <dgm:pt modelId="{E385A3A2-170E-4B06-98C3-7F92A7A192DE}">
      <dgm:prSet/>
      <dgm:spPr/>
      <dgm:t>
        <a:bodyPr/>
        <a:lstStyle/>
        <a:p>
          <a:r>
            <a:rPr lang="en-US" b="1" i="0" u="none" dirty="0"/>
            <a:t>User Interface</a:t>
          </a:r>
          <a:r>
            <a:rPr lang="en-US" b="0" i="0" u="none" dirty="0"/>
            <a:t>: Mobile applications and websites</a:t>
          </a:r>
          <a:endParaRPr lang="en-IN" u="none" dirty="0"/>
        </a:p>
      </dgm:t>
    </dgm:pt>
    <dgm:pt modelId="{93AE1BCB-4138-4B81-B209-3DD57E0D7D2D}" type="parTrans" cxnId="{1783BC92-7DB3-409C-8C3D-1B6ED76121FE}">
      <dgm:prSet/>
      <dgm:spPr/>
      <dgm:t>
        <a:bodyPr/>
        <a:lstStyle/>
        <a:p>
          <a:endParaRPr lang="en-IN"/>
        </a:p>
      </dgm:t>
    </dgm:pt>
    <dgm:pt modelId="{FA52C355-2EDB-4F9E-85E1-552B233D8DB3}" type="sibTrans" cxnId="{1783BC92-7DB3-409C-8C3D-1B6ED76121FE}">
      <dgm:prSet/>
      <dgm:spPr/>
      <dgm:t>
        <a:bodyPr/>
        <a:lstStyle/>
        <a:p>
          <a:endParaRPr lang="en-IN"/>
        </a:p>
      </dgm:t>
    </dgm:pt>
    <dgm:pt modelId="{ED9399F9-7FB3-4B80-83CB-695FC47DD792}" type="pres">
      <dgm:prSet presAssocID="{55DE577B-0A5C-4120-BB01-2290C5D84403}" presName="linear" presStyleCnt="0">
        <dgm:presLayoutVars>
          <dgm:animLvl val="lvl"/>
          <dgm:resizeHandles val="exact"/>
        </dgm:presLayoutVars>
      </dgm:prSet>
      <dgm:spPr/>
    </dgm:pt>
    <dgm:pt modelId="{8FEA24BA-31F9-4BFE-88E4-701B0C621598}" type="pres">
      <dgm:prSet presAssocID="{8E744F92-0BB5-4B31-BDC7-2285F2436FA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BBC6BD7-BC0B-47C8-A703-C8F56F204CD3}" type="pres">
      <dgm:prSet presAssocID="{B2D6DA93-4DB6-4CAA-808F-8C2F0827F4FE}" presName="spacer" presStyleCnt="0"/>
      <dgm:spPr/>
    </dgm:pt>
    <dgm:pt modelId="{7F0AEF09-4CA5-4D88-9DC3-1949410801E5}" type="pres">
      <dgm:prSet presAssocID="{4AB1033A-EE64-4BD3-909B-5BB0056151C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2871C5A-C408-4920-AE5A-3FF98B14FDC0}" type="pres">
      <dgm:prSet presAssocID="{8AC1F560-9972-486B-8DDE-9584E97C095E}" presName="spacer" presStyleCnt="0"/>
      <dgm:spPr/>
    </dgm:pt>
    <dgm:pt modelId="{33885F8A-7181-4A9C-BAD6-1E3A193FCF35}" type="pres">
      <dgm:prSet presAssocID="{6E0EC8BA-C465-458D-8AB5-730940677E1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21EF470-8167-4934-BBA5-6F409B3654EA}" type="pres">
      <dgm:prSet presAssocID="{26D433AE-FE08-4929-A8F4-E270E2EC6130}" presName="spacer" presStyleCnt="0"/>
      <dgm:spPr/>
    </dgm:pt>
    <dgm:pt modelId="{45D2643D-B60E-4D2C-8E36-4FBC24244852}" type="pres">
      <dgm:prSet presAssocID="{7BA241E0-2DFC-4779-8085-658788F5003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3DCD6DC-1115-4BD7-9193-E105E4E246F9}" type="pres">
      <dgm:prSet presAssocID="{1C092026-7209-424A-9BFD-B378CC4290C9}" presName="spacer" presStyleCnt="0"/>
      <dgm:spPr/>
    </dgm:pt>
    <dgm:pt modelId="{2659CFE8-B0DC-487D-B6AD-D32461D5F185}" type="pres">
      <dgm:prSet presAssocID="{559FEEE1-9766-46D7-920A-0FB0ADC17A4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4228299-AB93-47B5-96B0-31BDB02C6EBA}" type="pres">
      <dgm:prSet presAssocID="{70726CBD-5019-4EBA-AECE-E4BAA84B73D2}" presName="spacer" presStyleCnt="0"/>
      <dgm:spPr/>
    </dgm:pt>
    <dgm:pt modelId="{27C9D6FB-E601-44A2-BD1B-DF9761D504E5}" type="pres">
      <dgm:prSet presAssocID="{E385A3A2-170E-4B06-98C3-7F92A7A192D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BF7311D-FA92-43F6-9E06-2E8F581D9793}" type="presOf" srcId="{8E744F92-0BB5-4B31-BDC7-2285F2436FA9}" destId="{8FEA24BA-31F9-4BFE-88E4-701B0C621598}" srcOrd="0" destOrd="0" presId="urn:microsoft.com/office/officeart/2005/8/layout/vList2"/>
    <dgm:cxn modelId="{803C9021-84B9-4809-9535-5DAEEC62040C}" type="presOf" srcId="{7BA241E0-2DFC-4779-8085-658788F5003D}" destId="{45D2643D-B60E-4D2C-8E36-4FBC24244852}" srcOrd="0" destOrd="0" presId="urn:microsoft.com/office/officeart/2005/8/layout/vList2"/>
    <dgm:cxn modelId="{811B4C46-8C2F-4899-A13A-A5CF0EF42B9B}" srcId="{55DE577B-0A5C-4120-BB01-2290C5D84403}" destId="{559FEEE1-9766-46D7-920A-0FB0ADC17A4E}" srcOrd="4" destOrd="0" parTransId="{5765F655-C6F7-4DFA-A8CD-D57B90971ADC}" sibTransId="{70726CBD-5019-4EBA-AECE-E4BAA84B73D2}"/>
    <dgm:cxn modelId="{B9E15A54-3C90-43C1-B76B-27322DFE066F}" type="presOf" srcId="{559FEEE1-9766-46D7-920A-0FB0ADC17A4E}" destId="{2659CFE8-B0DC-487D-B6AD-D32461D5F185}" srcOrd="0" destOrd="0" presId="urn:microsoft.com/office/officeart/2005/8/layout/vList2"/>
    <dgm:cxn modelId="{0D8E2677-C50B-4D16-99C3-1FF2F66E8E6F}" srcId="{55DE577B-0A5C-4120-BB01-2290C5D84403}" destId="{4AB1033A-EE64-4BD3-909B-5BB0056151CD}" srcOrd="1" destOrd="0" parTransId="{D166532D-CB61-4237-AB86-C47DB85B1964}" sibTransId="{8AC1F560-9972-486B-8DDE-9584E97C095E}"/>
    <dgm:cxn modelId="{FED29358-00AF-48D4-977B-C78825BFCFA4}" type="presOf" srcId="{4AB1033A-EE64-4BD3-909B-5BB0056151CD}" destId="{7F0AEF09-4CA5-4D88-9DC3-1949410801E5}" srcOrd="0" destOrd="0" presId="urn:microsoft.com/office/officeart/2005/8/layout/vList2"/>
    <dgm:cxn modelId="{6D40228C-3DBC-42A9-804E-91A9986CB72C}" srcId="{55DE577B-0A5C-4120-BB01-2290C5D84403}" destId="{7BA241E0-2DFC-4779-8085-658788F5003D}" srcOrd="3" destOrd="0" parTransId="{3D9A9C8D-3344-467A-95F9-BDB067E7819D}" sibTransId="{1C092026-7209-424A-9BFD-B378CC4290C9}"/>
    <dgm:cxn modelId="{2CEC858F-78FF-47E8-9442-3F279B779B7F}" type="presOf" srcId="{E385A3A2-170E-4B06-98C3-7F92A7A192DE}" destId="{27C9D6FB-E601-44A2-BD1B-DF9761D504E5}" srcOrd="0" destOrd="0" presId="urn:microsoft.com/office/officeart/2005/8/layout/vList2"/>
    <dgm:cxn modelId="{1783BC92-7DB3-409C-8C3D-1B6ED76121FE}" srcId="{55DE577B-0A5C-4120-BB01-2290C5D84403}" destId="{E385A3A2-170E-4B06-98C3-7F92A7A192DE}" srcOrd="5" destOrd="0" parTransId="{93AE1BCB-4138-4B81-B209-3DD57E0D7D2D}" sibTransId="{FA52C355-2EDB-4F9E-85E1-552B233D8DB3}"/>
    <dgm:cxn modelId="{1E59F7A5-2FC2-490C-A963-AB9E6A842489}" type="presOf" srcId="{55DE577B-0A5C-4120-BB01-2290C5D84403}" destId="{ED9399F9-7FB3-4B80-83CB-695FC47DD792}" srcOrd="0" destOrd="0" presId="urn:microsoft.com/office/officeart/2005/8/layout/vList2"/>
    <dgm:cxn modelId="{1427E6B5-80BF-4056-BACB-31F2CA32DAAC}" srcId="{55DE577B-0A5C-4120-BB01-2290C5D84403}" destId="{8E744F92-0BB5-4B31-BDC7-2285F2436FA9}" srcOrd="0" destOrd="0" parTransId="{19265977-423B-4A30-92F1-C06347CFEC46}" sibTransId="{B2D6DA93-4DB6-4CAA-808F-8C2F0827F4FE}"/>
    <dgm:cxn modelId="{08C593B6-A89A-4185-96E8-2F4B99AF6D33}" type="presOf" srcId="{6E0EC8BA-C465-458D-8AB5-730940677E1D}" destId="{33885F8A-7181-4A9C-BAD6-1E3A193FCF35}" srcOrd="0" destOrd="0" presId="urn:microsoft.com/office/officeart/2005/8/layout/vList2"/>
    <dgm:cxn modelId="{216B5FDD-6748-4153-B9BA-74F08FEC1767}" srcId="{55DE577B-0A5C-4120-BB01-2290C5D84403}" destId="{6E0EC8BA-C465-458D-8AB5-730940677E1D}" srcOrd="2" destOrd="0" parTransId="{89255A0F-4A6B-48D6-8146-EFF355B4CFDF}" sibTransId="{26D433AE-FE08-4929-A8F4-E270E2EC6130}"/>
    <dgm:cxn modelId="{C9D2DAE0-1FD8-479B-BDBC-864E8EC77ECF}" type="presParOf" srcId="{ED9399F9-7FB3-4B80-83CB-695FC47DD792}" destId="{8FEA24BA-31F9-4BFE-88E4-701B0C621598}" srcOrd="0" destOrd="0" presId="urn:microsoft.com/office/officeart/2005/8/layout/vList2"/>
    <dgm:cxn modelId="{602CDD4A-F076-42E7-BC5F-07CC512F38AD}" type="presParOf" srcId="{ED9399F9-7FB3-4B80-83CB-695FC47DD792}" destId="{3BBC6BD7-BC0B-47C8-A703-C8F56F204CD3}" srcOrd="1" destOrd="0" presId="urn:microsoft.com/office/officeart/2005/8/layout/vList2"/>
    <dgm:cxn modelId="{20FB01A7-010F-4E2D-9229-E20BE61B058D}" type="presParOf" srcId="{ED9399F9-7FB3-4B80-83CB-695FC47DD792}" destId="{7F0AEF09-4CA5-4D88-9DC3-1949410801E5}" srcOrd="2" destOrd="0" presId="urn:microsoft.com/office/officeart/2005/8/layout/vList2"/>
    <dgm:cxn modelId="{D5B9E16F-8C3D-4B90-9A4D-3774ED638C92}" type="presParOf" srcId="{ED9399F9-7FB3-4B80-83CB-695FC47DD792}" destId="{D2871C5A-C408-4920-AE5A-3FF98B14FDC0}" srcOrd="3" destOrd="0" presId="urn:microsoft.com/office/officeart/2005/8/layout/vList2"/>
    <dgm:cxn modelId="{92D0CC49-C7D1-442A-8083-29C9F59399BD}" type="presParOf" srcId="{ED9399F9-7FB3-4B80-83CB-695FC47DD792}" destId="{33885F8A-7181-4A9C-BAD6-1E3A193FCF35}" srcOrd="4" destOrd="0" presId="urn:microsoft.com/office/officeart/2005/8/layout/vList2"/>
    <dgm:cxn modelId="{D88180EF-D8FB-43D4-9D39-086F4050EB95}" type="presParOf" srcId="{ED9399F9-7FB3-4B80-83CB-695FC47DD792}" destId="{121EF470-8167-4934-BBA5-6F409B3654EA}" srcOrd="5" destOrd="0" presId="urn:microsoft.com/office/officeart/2005/8/layout/vList2"/>
    <dgm:cxn modelId="{8F1D961B-89AC-480A-AF67-6075B31A1DCB}" type="presParOf" srcId="{ED9399F9-7FB3-4B80-83CB-695FC47DD792}" destId="{45D2643D-B60E-4D2C-8E36-4FBC24244852}" srcOrd="6" destOrd="0" presId="urn:microsoft.com/office/officeart/2005/8/layout/vList2"/>
    <dgm:cxn modelId="{DA3F1A00-6718-4C2E-84B4-58BA231B96E7}" type="presParOf" srcId="{ED9399F9-7FB3-4B80-83CB-695FC47DD792}" destId="{23DCD6DC-1115-4BD7-9193-E105E4E246F9}" srcOrd="7" destOrd="0" presId="urn:microsoft.com/office/officeart/2005/8/layout/vList2"/>
    <dgm:cxn modelId="{A876EBC7-CC6D-4352-941A-698992E7104F}" type="presParOf" srcId="{ED9399F9-7FB3-4B80-83CB-695FC47DD792}" destId="{2659CFE8-B0DC-487D-B6AD-D32461D5F185}" srcOrd="8" destOrd="0" presId="urn:microsoft.com/office/officeart/2005/8/layout/vList2"/>
    <dgm:cxn modelId="{B3F2EDC4-8971-43EF-84A3-34C79EC41814}" type="presParOf" srcId="{ED9399F9-7FB3-4B80-83CB-695FC47DD792}" destId="{B4228299-AB93-47B5-96B0-31BDB02C6EBA}" srcOrd="9" destOrd="0" presId="urn:microsoft.com/office/officeart/2005/8/layout/vList2"/>
    <dgm:cxn modelId="{BAADBE4D-A37E-49DA-A362-4C7A45992144}" type="presParOf" srcId="{ED9399F9-7FB3-4B80-83CB-695FC47DD792}" destId="{27C9D6FB-E601-44A2-BD1B-DF9761D504E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2C0A23-D7C7-4BA4-8C2D-2CBEB8CD485E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4BB6F867-F041-4032-82D6-563A7B34E49E}">
      <dgm:prSet custT="1"/>
      <dgm:spPr/>
      <dgm:t>
        <a:bodyPr/>
        <a:lstStyle/>
        <a:p>
          <a:r>
            <a:rPr lang="en-US" sz="1800" b="0" i="0" dirty="0"/>
            <a:t>Smart Water Use</a:t>
          </a:r>
          <a:endParaRPr lang="en-IN" sz="1800" dirty="0"/>
        </a:p>
      </dgm:t>
    </dgm:pt>
    <dgm:pt modelId="{CD47CFB4-09F8-4B07-8CFA-AABC81CF5770}" type="parTrans" cxnId="{5F37300B-BE02-419B-B272-7170AA670589}">
      <dgm:prSet/>
      <dgm:spPr/>
      <dgm:t>
        <a:bodyPr/>
        <a:lstStyle/>
        <a:p>
          <a:endParaRPr lang="en-IN"/>
        </a:p>
      </dgm:t>
    </dgm:pt>
    <dgm:pt modelId="{F2FD1D96-DEA0-4896-876A-5E000D3BD6B6}" type="sibTrans" cxnId="{5F37300B-BE02-419B-B272-7170AA670589}">
      <dgm:prSet/>
      <dgm:spPr/>
      <dgm:t>
        <a:bodyPr/>
        <a:lstStyle/>
        <a:p>
          <a:endParaRPr lang="en-IN"/>
        </a:p>
      </dgm:t>
    </dgm:pt>
    <dgm:pt modelId="{98BBC8C0-ADC6-4588-BA02-9BD7FC6E9443}">
      <dgm:prSet custT="1"/>
      <dgm:spPr/>
      <dgm:t>
        <a:bodyPr/>
        <a:lstStyle/>
        <a:p>
          <a:r>
            <a:rPr lang="en-US" sz="1800" b="0" i="0" dirty="0"/>
            <a:t>Saving Water</a:t>
          </a:r>
        </a:p>
        <a:p>
          <a:r>
            <a:rPr lang="en-US" sz="1800" b="0" i="0" dirty="0" err="1"/>
            <a:t>Sourses</a:t>
          </a:r>
          <a:r>
            <a:rPr lang="en-US" sz="1800" b="0" i="0" dirty="0"/>
            <a:t> </a:t>
          </a:r>
          <a:endParaRPr lang="en-IN" sz="1800" dirty="0"/>
        </a:p>
      </dgm:t>
    </dgm:pt>
    <dgm:pt modelId="{8CAFB9BC-6030-4244-9C6A-BC1BB3B76A75}" type="parTrans" cxnId="{728F6BFA-DFAF-4A98-AEE5-91B2C0EA68A3}">
      <dgm:prSet/>
      <dgm:spPr/>
      <dgm:t>
        <a:bodyPr/>
        <a:lstStyle/>
        <a:p>
          <a:endParaRPr lang="en-IN"/>
        </a:p>
      </dgm:t>
    </dgm:pt>
    <dgm:pt modelId="{33ABD227-BC5A-4091-97EB-57EF83D1445A}" type="sibTrans" cxnId="{728F6BFA-DFAF-4A98-AEE5-91B2C0EA68A3}">
      <dgm:prSet/>
      <dgm:spPr/>
      <dgm:t>
        <a:bodyPr/>
        <a:lstStyle/>
        <a:p>
          <a:endParaRPr lang="en-IN"/>
        </a:p>
      </dgm:t>
    </dgm:pt>
    <dgm:pt modelId="{8600A036-DD73-491A-A21B-FB0265573F6C}">
      <dgm:prSet custT="1"/>
      <dgm:spPr/>
      <dgm:t>
        <a:bodyPr/>
        <a:lstStyle/>
        <a:p>
          <a:r>
            <a:rPr lang="en-US" sz="1800" b="0" i="0" dirty="0"/>
            <a:t>Energy Efficiency</a:t>
          </a:r>
          <a:endParaRPr lang="en-IN" sz="1800" dirty="0"/>
        </a:p>
      </dgm:t>
    </dgm:pt>
    <dgm:pt modelId="{CD2C693C-7DA5-43FD-AAE7-10FD78C19991}" type="parTrans" cxnId="{E9C3C1CA-136B-457F-8BE2-36116F804D95}">
      <dgm:prSet/>
      <dgm:spPr/>
      <dgm:t>
        <a:bodyPr/>
        <a:lstStyle/>
        <a:p>
          <a:endParaRPr lang="en-IN"/>
        </a:p>
      </dgm:t>
    </dgm:pt>
    <dgm:pt modelId="{CEC59340-FB08-455B-9B99-57AEB1A5491A}" type="sibTrans" cxnId="{E9C3C1CA-136B-457F-8BE2-36116F804D95}">
      <dgm:prSet/>
      <dgm:spPr/>
      <dgm:t>
        <a:bodyPr/>
        <a:lstStyle/>
        <a:p>
          <a:endParaRPr lang="en-IN"/>
        </a:p>
      </dgm:t>
    </dgm:pt>
    <dgm:pt modelId="{D5A1313E-2C75-4ED2-AA32-576D9DEF68BB}">
      <dgm:prSet custT="1"/>
      <dgm:spPr/>
      <dgm:t>
        <a:bodyPr/>
        <a:lstStyle/>
        <a:p>
          <a:r>
            <a:rPr lang="en-US" sz="1800" b="0" i="0" dirty="0"/>
            <a:t>Optimal Watering</a:t>
          </a:r>
          <a:endParaRPr lang="en-IN" sz="1800" dirty="0"/>
        </a:p>
      </dgm:t>
    </dgm:pt>
    <dgm:pt modelId="{7E5DAED9-DE92-494C-B60A-8E9491017349}" type="parTrans" cxnId="{183E17EA-CCA1-49F2-8861-D9CD14D35C74}">
      <dgm:prSet/>
      <dgm:spPr/>
      <dgm:t>
        <a:bodyPr/>
        <a:lstStyle/>
        <a:p>
          <a:endParaRPr lang="en-IN"/>
        </a:p>
      </dgm:t>
    </dgm:pt>
    <dgm:pt modelId="{7D8E7AAD-0114-4B1F-BE3B-5DF2910254AF}" type="sibTrans" cxnId="{183E17EA-CCA1-49F2-8861-D9CD14D35C74}">
      <dgm:prSet/>
      <dgm:spPr/>
      <dgm:t>
        <a:bodyPr/>
        <a:lstStyle/>
        <a:p>
          <a:endParaRPr lang="en-IN"/>
        </a:p>
      </dgm:t>
    </dgm:pt>
    <dgm:pt modelId="{C4F00703-6CCF-41CF-B406-F432AFC1831D}">
      <dgm:prSet custT="1"/>
      <dgm:spPr/>
      <dgm:t>
        <a:bodyPr/>
        <a:lstStyle/>
        <a:p>
          <a:r>
            <a:rPr lang="en-US" sz="1800" b="0" i="0" dirty="0"/>
            <a:t>Reduced Plant Stress</a:t>
          </a:r>
          <a:endParaRPr lang="en-IN" sz="1800" dirty="0"/>
        </a:p>
      </dgm:t>
    </dgm:pt>
    <dgm:pt modelId="{641C6D37-5CFE-4584-8B1B-A4F19F0575FA}" type="parTrans" cxnId="{27418375-5983-4E73-8F90-AA2CCA29A7A9}">
      <dgm:prSet/>
      <dgm:spPr/>
      <dgm:t>
        <a:bodyPr/>
        <a:lstStyle/>
        <a:p>
          <a:endParaRPr lang="en-IN"/>
        </a:p>
      </dgm:t>
    </dgm:pt>
    <dgm:pt modelId="{5898E9DC-A017-4F93-9A3C-CEACD7169669}" type="sibTrans" cxnId="{27418375-5983-4E73-8F90-AA2CCA29A7A9}">
      <dgm:prSet/>
      <dgm:spPr/>
      <dgm:t>
        <a:bodyPr/>
        <a:lstStyle/>
        <a:p>
          <a:endParaRPr lang="en-IN"/>
        </a:p>
      </dgm:t>
    </dgm:pt>
    <dgm:pt modelId="{E820AA23-C0A5-4397-AEC2-4992A60CF640}">
      <dgm:prSet custT="1"/>
      <dgm:spPr/>
      <dgm:t>
        <a:bodyPr/>
        <a:lstStyle/>
        <a:p>
          <a:r>
            <a:rPr lang="en-US" sz="1800" b="0" i="0" dirty="0"/>
            <a:t>Less Water Runoff</a:t>
          </a:r>
          <a:endParaRPr lang="en-IN" sz="1800" dirty="0"/>
        </a:p>
      </dgm:t>
    </dgm:pt>
    <dgm:pt modelId="{A731957F-05BF-4F8F-9524-BE03F9CD1915}" type="parTrans" cxnId="{8EC8B918-6482-4E7E-87C8-27108D2E45DE}">
      <dgm:prSet/>
      <dgm:spPr/>
      <dgm:t>
        <a:bodyPr/>
        <a:lstStyle/>
        <a:p>
          <a:endParaRPr lang="en-IN"/>
        </a:p>
      </dgm:t>
    </dgm:pt>
    <dgm:pt modelId="{8BF58359-C8E2-4B44-A1E3-C5CD45D0CEB8}" type="sibTrans" cxnId="{8EC8B918-6482-4E7E-87C8-27108D2E45DE}">
      <dgm:prSet/>
      <dgm:spPr/>
      <dgm:t>
        <a:bodyPr/>
        <a:lstStyle/>
        <a:p>
          <a:endParaRPr lang="en-IN"/>
        </a:p>
      </dgm:t>
    </dgm:pt>
    <dgm:pt modelId="{3034BFD0-A9E7-4F9C-B4C1-D31821855268}">
      <dgm:prSet custT="1"/>
      <dgm:spPr/>
      <dgm:t>
        <a:bodyPr/>
        <a:lstStyle/>
        <a:p>
          <a:r>
            <a:rPr lang="en-US" sz="1800" b="0" i="0" dirty="0"/>
            <a:t>Stopping erosion</a:t>
          </a:r>
          <a:endParaRPr lang="en-IN" sz="1800" dirty="0"/>
        </a:p>
      </dgm:t>
    </dgm:pt>
    <dgm:pt modelId="{73707668-F357-450A-9127-1E9E07C4BDBC}" type="parTrans" cxnId="{9B1F58F2-9BD7-4259-9763-B8F5A97F385D}">
      <dgm:prSet/>
      <dgm:spPr/>
      <dgm:t>
        <a:bodyPr/>
        <a:lstStyle/>
        <a:p>
          <a:endParaRPr lang="en-IN"/>
        </a:p>
      </dgm:t>
    </dgm:pt>
    <dgm:pt modelId="{6DE873C3-9D2E-463A-99AA-9A173F4CAFE0}" type="sibTrans" cxnId="{9B1F58F2-9BD7-4259-9763-B8F5A97F385D}">
      <dgm:prSet/>
      <dgm:spPr/>
      <dgm:t>
        <a:bodyPr/>
        <a:lstStyle/>
        <a:p>
          <a:endParaRPr lang="en-IN"/>
        </a:p>
      </dgm:t>
    </dgm:pt>
    <dgm:pt modelId="{4B8A5B95-18D1-40CC-BC2A-3E7F0BD8D58A}">
      <dgm:prSet custT="1"/>
      <dgm:spPr/>
      <dgm:t>
        <a:bodyPr/>
        <a:lstStyle/>
        <a:p>
          <a:r>
            <a:rPr lang="en-US" sz="1800" b="0" i="0" dirty="0"/>
            <a:t>Remote Monitoring and Control</a:t>
          </a:r>
          <a:endParaRPr lang="en-IN" sz="1800" dirty="0"/>
        </a:p>
      </dgm:t>
    </dgm:pt>
    <dgm:pt modelId="{D1AC7283-2EF9-4EB8-BC21-11BD0E9239A1}" type="parTrans" cxnId="{48E10A83-78E3-4750-830F-50E9F1F82988}">
      <dgm:prSet/>
      <dgm:spPr/>
      <dgm:t>
        <a:bodyPr/>
        <a:lstStyle/>
        <a:p>
          <a:endParaRPr lang="en-IN"/>
        </a:p>
      </dgm:t>
    </dgm:pt>
    <dgm:pt modelId="{200E2690-7F83-4C9D-A99B-1832CA2D25D1}" type="sibTrans" cxnId="{48E10A83-78E3-4750-830F-50E9F1F82988}">
      <dgm:prSet/>
      <dgm:spPr/>
      <dgm:t>
        <a:bodyPr/>
        <a:lstStyle/>
        <a:p>
          <a:endParaRPr lang="en-IN"/>
        </a:p>
      </dgm:t>
    </dgm:pt>
    <dgm:pt modelId="{41FDB679-4427-439A-A632-72FC75A97EFA}">
      <dgm:prSet custT="1"/>
      <dgm:spPr/>
      <dgm:t>
        <a:bodyPr/>
        <a:lstStyle/>
        <a:p>
          <a:r>
            <a:rPr lang="en-US" sz="1800" b="0" i="0" dirty="0"/>
            <a:t>Automated Decision-Making</a:t>
          </a:r>
          <a:endParaRPr lang="en-IN" sz="1800" dirty="0"/>
        </a:p>
      </dgm:t>
    </dgm:pt>
    <dgm:pt modelId="{06CD3C54-1F31-4ED5-A4CD-DC00273588AD}" type="parTrans" cxnId="{68F0B033-6D43-46DF-876B-05BBD71BC265}">
      <dgm:prSet/>
      <dgm:spPr/>
      <dgm:t>
        <a:bodyPr/>
        <a:lstStyle/>
        <a:p>
          <a:endParaRPr lang="en-IN"/>
        </a:p>
      </dgm:t>
    </dgm:pt>
    <dgm:pt modelId="{1714AE46-5140-4BAE-BCF7-6AB59C1AD69D}" type="sibTrans" cxnId="{68F0B033-6D43-46DF-876B-05BBD71BC265}">
      <dgm:prSet/>
      <dgm:spPr/>
      <dgm:t>
        <a:bodyPr/>
        <a:lstStyle/>
        <a:p>
          <a:endParaRPr lang="en-IN"/>
        </a:p>
      </dgm:t>
    </dgm:pt>
    <dgm:pt modelId="{77B24E42-7684-46B6-840D-320D8635C206}" type="pres">
      <dgm:prSet presAssocID="{552C0A23-D7C7-4BA4-8C2D-2CBEB8CD485E}" presName="diagram" presStyleCnt="0">
        <dgm:presLayoutVars>
          <dgm:dir/>
          <dgm:resizeHandles val="exact"/>
        </dgm:presLayoutVars>
      </dgm:prSet>
      <dgm:spPr/>
    </dgm:pt>
    <dgm:pt modelId="{24959CE9-BEA0-4C97-BCC4-95DEA6557891}" type="pres">
      <dgm:prSet presAssocID="{4BB6F867-F041-4032-82D6-563A7B34E49E}" presName="node" presStyleLbl="node1" presStyleIdx="0" presStyleCnt="9">
        <dgm:presLayoutVars>
          <dgm:bulletEnabled val="1"/>
        </dgm:presLayoutVars>
      </dgm:prSet>
      <dgm:spPr/>
    </dgm:pt>
    <dgm:pt modelId="{E1A353ED-1BD4-4411-A9B1-AE5DFE11DE30}" type="pres">
      <dgm:prSet presAssocID="{F2FD1D96-DEA0-4896-876A-5E000D3BD6B6}" presName="sibTrans" presStyleCnt="0"/>
      <dgm:spPr/>
    </dgm:pt>
    <dgm:pt modelId="{F0FB7CCB-D5CD-41F2-8EB0-AD8261550ACA}" type="pres">
      <dgm:prSet presAssocID="{98BBC8C0-ADC6-4588-BA02-9BD7FC6E9443}" presName="node" presStyleLbl="node1" presStyleIdx="1" presStyleCnt="9">
        <dgm:presLayoutVars>
          <dgm:bulletEnabled val="1"/>
        </dgm:presLayoutVars>
      </dgm:prSet>
      <dgm:spPr/>
    </dgm:pt>
    <dgm:pt modelId="{5C5A05A9-E1F1-40F3-A7F3-E53C38291935}" type="pres">
      <dgm:prSet presAssocID="{33ABD227-BC5A-4091-97EB-57EF83D1445A}" presName="sibTrans" presStyleCnt="0"/>
      <dgm:spPr/>
    </dgm:pt>
    <dgm:pt modelId="{AB9792EB-1A11-459B-819D-ED7E656DF9A5}" type="pres">
      <dgm:prSet presAssocID="{8600A036-DD73-491A-A21B-FB0265573F6C}" presName="node" presStyleLbl="node1" presStyleIdx="2" presStyleCnt="9">
        <dgm:presLayoutVars>
          <dgm:bulletEnabled val="1"/>
        </dgm:presLayoutVars>
      </dgm:prSet>
      <dgm:spPr/>
    </dgm:pt>
    <dgm:pt modelId="{C0342FA7-7FD2-4DEA-B053-1105C99265CD}" type="pres">
      <dgm:prSet presAssocID="{CEC59340-FB08-455B-9B99-57AEB1A5491A}" presName="sibTrans" presStyleCnt="0"/>
      <dgm:spPr/>
    </dgm:pt>
    <dgm:pt modelId="{5B953A15-7BB9-48CC-B5C1-D3882336970B}" type="pres">
      <dgm:prSet presAssocID="{D5A1313E-2C75-4ED2-AA32-576D9DEF68BB}" presName="node" presStyleLbl="node1" presStyleIdx="3" presStyleCnt="9">
        <dgm:presLayoutVars>
          <dgm:bulletEnabled val="1"/>
        </dgm:presLayoutVars>
      </dgm:prSet>
      <dgm:spPr/>
    </dgm:pt>
    <dgm:pt modelId="{53FDAA7C-55DA-415F-928A-3B45AAA65EF6}" type="pres">
      <dgm:prSet presAssocID="{7D8E7AAD-0114-4B1F-BE3B-5DF2910254AF}" presName="sibTrans" presStyleCnt="0"/>
      <dgm:spPr/>
    </dgm:pt>
    <dgm:pt modelId="{D14DE8EA-27D7-4BC7-91D6-F428A61F2D81}" type="pres">
      <dgm:prSet presAssocID="{C4F00703-6CCF-41CF-B406-F432AFC1831D}" presName="node" presStyleLbl="node1" presStyleIdx="4" presStyleCnt="9">
        <dgm:presLayoutVars>
          <dgm:bulletEnabled val="1"/>
        </dgm:presLayoutVars>
      </dgm:prSet>
      <dgm:spPr/>
    </dgm:pt>
    <dgm:pt modelId="{7B25BFFB-D8D1-4452-9DEA-E62AB9CB7975}" type="pres">
      <dgm:prSet presAssocID="{5898E9DC-A017-4F93-9A3C-CEACD7169669}" presName="sibTrans" presStyleCnt="0"/>
      <dgm:spPr/>
    </dgm:pt>
    <dgm:pt modelId="{AF4A8148-0CDD-4E70-8D06-6D9FFCFEF0AF}" type="pres">
      <dgm:prSet presAssocID="{E820AA23-C0A5-4397-AEC2-4992A60CF640}" presName="node" presStyleLbl="node1" presStyleIdx="5" presStyleCnt="9">
        <dgm:presLayoutVars>
          <dgm:bulletEnabled val="1"/>
        </dgm:presLayoutVars>
      </dgm:prSet>
      <dgm:spPr/>
    </dgm:pt>
    <dgm:pt modelId="{D9F8BB1B-DF40-418A-822C-C513A0B0975C}" type="pres">
      <dgm:prSet presAssocID="{8BF58359-C8E2-4B44-A1E3-C5CD45D0CEB8}" presName="sibTrans" presStyleCnt="0"/>
      <dgm:spPr/>
    </dgm:pt>
    <dgm:pt modelId="{67A9578B-4D82-4F53-8D58-E8A868267EEB}" type="pres">
      <dgm:prSet presAssocID="{3034BFD0-A9E7-4F9C-B4C1-D31821855268}" presName="node" presStyleLbl="node1" presStyleIdx="6" presStyleCnt="9" custLinFactNeighborX="1629">
        <dgm:presLayoutVars>
          <dgm:bulletEnabled val="1"/>
        </dgm:presLayoutVars>
      </dgm:prSet>
      <dgm:spPr/>
    </dgm:pt>
    <dgm:pt modelId="{32910AD8-DB9B-4FC4-B2E7-1A1364681A4D}" type="pres">
      <dgm:prSet presAssocID="{6DE873C3-9D2E-463A-99AA-9A173F4CAFE0}" presName="sibTrans" presStyleCnt="0"/>
      <dgm:spPr/>
    </dgm:pt>
    <dgm:pt modelId="{F25A2F09-CAB0-4410-8536-5BF47ECD6647}" type="pres">
      <dgm:prSet presAssocID="{4B8A5B95-18D1-40CC-BC2A-3E7F0BD8D58A}" presName="node" presStyleLbl="node1" presStyleIdx="7" presStyleCnt="9">
        <dgm:presLayoutVars>
          <dgm:bulletEnabled val="1"/>
        </dgm:presLayoutVars>
      </dgm:prSet>
      <dgm:spPr/>
    </dgm:pt>
    <dgm:pt modelId="{E2F793C6-F86B-45EC-9085-5F9F2DAC0FA4}" type="pres">
      <dgm:prSet presAssocID="{200E2690-7F83-4C9D-A99B-1832CA2D25D1}" presName="sibTrans" presStyleCnt="0"/>
      <dgm:spPr/>
    </dgm:pt>
    <dgm:pt modelId="{EB7E375D-ACA3-432C-906F-1574EFD08590}" type="pres">
      <dgm:prSet presAssocID="{41FDB679-4427-439A-A632-72FC75A97EFA}" presName="node" presStyleLbl="node1" presStyleIdx="8" presStyleCnt="9">
        <dgm:presLayoutVars>
          <dgm:bulletEnabled val="1"/>
        </dgm:presLayoutVars>
      </dgm:prSet>
      <dgm:spPr/>
    </dgm:pt>
  </dgm:ptLst>
  <dgm:cxnLst>
    <dgm:cxn modelId="{5F37300B-BE02-419B-B272-7170AA670589}" srcId="{552C0A23-D7C7-4BA4-8C2D-2CBEB8CD485E}" destId="{4BB6F867-F041-4032-82D6-563A7B34E49E}" srcOrd="0" destOrd="0" parTransId="{CD47CFB4-09F8-4B07-8CFA-AABC81CF5770}" sibTransId="{F2FD1D96-DEA0-4896-876A-5E000D3BD6B6}"/>
    <dgm:cxn modelId="{8EC8B918-6482-4E7E-87C8-27108D2E45DE}" srcId="{552C0A23-D7C7-4BA4-8C2D-2CBEB8CD485E}" destId="{E820AA23-C0A5-4397-AEC2-4992A60CF640}" srcOrd="5" destOrd="0" parTransId="{A731957F-05BF-4F8F-9524-BE03F9CD1915}" sibTransId="{8BF58359-C8E2-4B44-A1E3-C5CD45D0CEB8}"/>
    <dgm:cxn modelId="{B6960D21-35C7-4922-B865-208E161F461C}" type="presOf" srcId="{4B8A5B95-18D1-40CC-BC2A-3E7F0BD8D58A}" destId="{F25A2F09-CAB0-4410-8536-5BF47ECD6647}" srcOrd="0" destOrd="0" presId="urn:microsoft.com/office/officeart/2005/8/layout/default"/>
    <dgm:cxn modelId="{B2A18327-AF9E-4740-BE33-D35811B28F3D}" type="presOf" srcId="{C4F00703-6CCF-41CF-B406-F432AFC1831D}" destId="{D14DE8EA-27D7-4BC7-91D6-F428A61F2D81}" srcOrd="0" destOrd="0" presId="urn:microsoft.com/office/officeart/2005/8/layout/default"/>
    <dgm:cxn modelId="{C31AD82F-8F77-4070-ADDA-9908C354F8F5}" type="presOf" srcId="{D5A1313E-2C75-4ED2-AA32-576D9DEF68BB}" destId="{5B953A15-7BB9-48CC-B5C1-D3882336970B}" srcOrd="0" destOrd="0" presId="urn:microsoft.com/office/officeart/2005/8/layout/default"/>
    <dgm:cxn modelId="{68F0B033-6D43-46DF-876B-05BBD71BC265}" srcId="{552C0A23-D7C7-4BA4-8C2D-2CBEB8CD485E}" destId="{41FDB679-4427-439A-A632-72FC75A97EFA}" srcOrd="8" destOrd="0" parTransId="{06CD3C54-1F31-4ED5-A4CD-DC00273588AD}" sibTransId="{1714AE46-5140-4BAE-BCF7-6AB59C1AD69D}"/>
    <dgm:cxn modelId="{0A2DC163-A5FF-4176-B72C-0DA162A8745B}" type="presOf" srcId="{4BB6F867-F041-4032-82D6-563A7B34E49E}" destId="{24959CE9-BEA0-4C97-BCC4-95DEA6557891}" srcOrd="0" destOrd="0" presId="urn:microsoft.com/office/officeart/2005/8/layout/default"/>
    <dgm:cxn modelId="{28010247-15E0-401B-A1F1-D47E970F736B}" type="presOf" srcId="{552C0A23-D7C7-4BA4-8C2D-2CBEB8CD485E}" destId="{77B24E42-7684-46B6-840D-320D8635C206}" srcOrd="0" destOrd="0" presId="urn:microsoft.com/office/officeart/2005/8/layout/default"/>
    <dgm:cxn modelId="{27418375-5983-4E73-8F90-AA2CCA29A7A9}" srcId="{552C0A23-D7C7-4BA4-8C2D-2CBEB8CD485E}" destId="{C4F00703-6CCF-41CF-B406-F432AFC1831D}" srcOrd="4" destOrd="0" parTransId="{641C6D37-5CFE-4584-8B1B-A4F19F0575FA}" sibTransId="{5898E9DC-A017-4F93-9A3C-CEACD7169669}"/>
    <dgm:cxn modelId="{48E10A83-78E3-4750-830F-50E9F1F82988}" srcId="{552C0A23-D7C7-4BA4-8C2D-2CBEB8CD485E}" destId="{4B8A5B95-18D1-40CC-BC2A-3E7F0BD8D58A}" srcOrd="7" destOrd="0" parTransId="{D1AC7283-2EF9-4EB8-BC21-11BD0E9239A1}" sibTransId="{200E2690-7F83-4C9D-A99B-1832CA2D25D1}"/>
    <dgm:cxn modelId="{3A60F58F-EE75-42C6-B481-7568F2BB0923}" type="presOf" srcId="{E820AA23-C0A5-4397-AEC2-4992A60CF640}" destId="{AF4A8148-0CDD-4E70-8D06-6D9FFCFEF0AF}" srcOrd="0" destOrd="0" presId="urn:microsoft.com/office/officeart/2005/8/layout/default"/>
    <dgm:cxn modelId="{4E87BD91-8AC9-4605-AB84-F55C5583E25D}" type="presOf" srcId="{98BBC8C0-ADC6-4588-BA02-9BD7FC6E9443}" destId="{F0FB7CCB-D5CD-41F2-8EB0-AD8261550ACA}" srcOrd="0" destOrd="0" presId="urn:microsoft.com/office/officeart/2005/8/layout/default"/>
    <dgm:cxn modelId="{F1990FB9-CF40-4D00-B0DE-9F42FC5C6D05}" type="presOf" srcId="{8600A036-DD73-491A-A21B-FB0265573F6C}" destId="{AB9792EB-1A11-459B-819D-ED7E656DF9A5}" srcOrd="0" destOrd="0" presId="urn:microsoft.com/office/officeart/2005/8/layout/default"/>
    <dgm:cxn modelId="{E9C3C1CA-136B-457F-8BE2-36116F804D95}" srcId="{552C0A23-D7C7-4BA4-8C2D-2CBEB8CD485E}" destId="{8600A036-DD73-491A-A21B-FB0265573F6C}" srcOrd="2" destOrd="0" parTransId="{CD2C693C-7DA5-43FD-AAE7-10FD78C19991}" sibTransId="{CEC59340-FB08-455B-9B99-57AEB1A5491A}"/>
    <dgm:cxn modelId="{163D8DDE-E7F2-42CA-8521-455D2677096B}" type="presOf" srcId="{41FDB679-4427-439A-A632-72FC75A97EFA}" destId="{EB7E375D-ACA3-432C-906F-1574EFD08590}" srcOrd="0" destOrd="0" presId="urn:microsoft.com/office/officeart/2005/8/layout/default"/>
    <dgm:cxn modelId="{183E17EA-CCA1-49F2-8861-D9CD14D35C74}" srcId="{552C0A23-D7C7-4BA4-8C2D-2CBEB8CD485E}" destId="{D5A1313E-2C75-4ED2-AA32-576D9DEF68BB}" srcOrd="3" destOrd="0" parTransId="{7E5DAED9-DE92-494C-B60A-8E9491017349}" sibTransId="{7D8E7AAD-0114-4B1F-BE3B-5DF2910254AF}"/>
    <dgm:cxn modelId="{9B1F58F2-9BD7-4259-9763-B8F5A97F385D}" srcId="{552C0A23-D7C7-4BA4-8C2D-2CBEB8CD485E}" destId="{3034BFD0-A9E7-4F9C-B4C1-D31821855268}" srcOrd="6" destOrd="0" parTransId="{73707668-F357-450A-9127-1E9E07C4BDBC}" sibTransId="{6DE873C3-9D2E-463A-99AA-9A173F4CAFE0}"/>
    <dgm:cxn modelId="{728F6BFA-DFAF-4A98-AEE5-91B2C0EA68A3}" srcId="{552C0A23-D7C7-4BA4-8C2D-2CBEB8CD485E}" destId="{98BBC8C0-ADC6-4588-BA02-9BD7FC6E9443}" srcOrd="1" destOrd="0" parTransId="{8CAFB9BC-6030-4244-9C6A-BC1BB3B76A75}" sibTransId="{33ABD227-BC5A-4091-97EB-57EF83D1445A}"/>
    <dgm:cxn modelId="{93939DFA-81DD-4024-BBBA-389FE53334DE}" type="presOf" srcId="{3034BFD0-A9E7-4F9C-B4C1-D31821855268}" destId="{67A9578B-4D82-4F53-8D58-E8A868267EEB}" srcOrd="0" destOrd="0" presId="urn:microsoft.com/office/officeart/2005/8/layout/default"/>
    <dgm:cxn modelId="{AFC5E64D-AA0B-46C6-B525-89D861512940}" type="presParOf" srcId="{77B24E42-7684-46B6-840D-320D8635C206}" destId="{24959CE9-BEA0-4C97-BCC4-95DEA6557891}" srcOrd="0" destOrd="0" presId="urn:microsoft.com/office/officeart/2005/8/layout/default"/>
    <dgm:cxn modelId="{853B8FDE-0B52-4DCF-BDD8-AFA0A7392F64}" type="presParOf" srcId="{77B24E42-7684-46B6-840D-320D8635C206}" destId="{E1A353ED-1BD4-4411-A9B1-AE5DFE11DE30}" srcOrd="1" destOrd="0" presId="urn:microsoft.com/office/officeart/2005/8/layout/default"/>
    <dgm:cxn modelId="{2D5F2FF0-75D5-4637-8944-2A383F28B9BA}" type="presParOf" srcId="{77B24E42-7684-46B6-840D-320D8635C206}" destId="{F0FB7CCB-D5CD-41F2-8EB0-AD8261550ACA}" srcOrd="2" destOrd="0" presId="urn:microsoft.com/office/officeart/2005/8/layout/default"/>
    <dgm:cxn modelId="{4184085F-5810-4EE9-B99F-F849EB4AAD67}" type="presParOf" srcId="{77B24E42-7684-46B6-840D-320D8635C206}" destId="{5C5A05A9-E1F1-40F3-A7F3-E53C38291935}" srcOrd="3" destOrd="0" presId="urn:microsoft.com/office/officeart/2005/8/layout/default"/>
    <dgm:cxn modelId="{C488AE60-0670-46A1-8B5E-CD667B451BF3}" type="presParOf" srcId="{77B24E42-7684-46B6-840D-320D8635C206}" destId="{AB9792EB-1A11-459B-819D-ED7E656DF9A5}" srcOrd="4" destOrd="0" presId="urn:microsoft.com/office/officeart/2005/8/layout/default"/>
    <dgm:cxn modelId="{E5CCC18C-2AD1-463E-BB32-562878AD69B3}" type="presParOf" srcId="{77B24E42-7684-46B6-840D-320D8635C206}" destId="{C0342FA7-7FD2-4DEA-B053-1105C99265CD}" srcOrd="5" destOrd="0" presId="urn:microsoft.com/office/officeart/2005/8/layout/default"/>
    <dgm:cxn modelId="{12F9A522-A570-47E2-B3A9-7B3E1122E7B5}" type="presParOf" srcId="{77B24E42-7684-46B6-840D-320D8635C206}" destId="{5B953A15-7BB9-48CC-B5C1-D3882336970B}" srcOrd="6" destOrd="0" presId="urn:microsoft.com/office/officeart/2005/8/layout/default"/>
    <dgm:cxn modelId="{6C2E3AD1-4045-4310-9183-4FA3EA823999}" type="presParOf" srcId="{77B24E42-7684-46B6-840D-320D8635C206}" destId="{53FDAA7C-55DA-415F-928A-3B45AAA65EF6}" srcOrd="7" destOrd="0" presId="urn:microsoft.com/office/officeart/2005/8/layout/default"/>
    <dgm:cxn modelId="{107F6923-7BF7-4EAB-B388-7448D7012BE6}" type="presParOf" srcId="{77B24E42-7684-46B6-840D-320D8635C206}" destId="{D14DE8EA-27D7-4BC7-91D6-F428A61F2D81}" srcOrd="8" destOrd="0" presId="urn:microsoft.com/office/officeart/2005/8/layout/default"/>
    <dgm:cxn modelId="{C5A185DF-8E18-4E0D-B368-8DC0EE5A2757}" type="presParOf" srcId="{77B24E42-7684-46B6-840D-320D8635C206}" destId="{7B25BFFB-D8D1-4452-9DEA-E62AB9CB7975}" srcOrd="9" destOrd="0" presId="urn:microsoft.com/office/officeart/2005/8/layout/default"/>
    <dgm:cxn modelId="{DBDF88EA-B4C9-4DB7-A7D4-C0A421B6CC70}" type="presParOf" srcId="{77B24E42-7684-46B6-840D-320D8635C206}" destId="{AF4A8148-0CDD-4E70-8D06-6D9FFCFEF0AF}" srcOrd="10" destOrd="0" presId="urn:microsoft.com/office/officeart/2005/8/layout/default"/>
    <dgm:cxn modelId="{F1D52736-268B-4963-8541-FFDDEEB53DE3}" type="presParOf" srcId="{77B24E42-7684-46B6-840D-320D8635C206}" destId="{D9F8BB1B-DF40-418A-822C-C513A0B0975C}" srcOrd="11" destOrd="0" presId="urn:microsoft.com/office/officeart/2005/8/layout/default"/>
    <dgm:cxn modelId="{CE10665F-B8D5-40E5-ADBD-31477039F4FA}" type="presParOf" srcId="{77B24E42-7684-46B6-840D-320D8635C206}" destId="{67A9578B-4D82-4F53-8D58-E8A868267EEB}" srcOrd="12" destOrd="0" presId="urn:microsoft.com/office/officeart/2005/8/layout/default"/>
    <dgm:cxn modelId="{EAE0F748-AA2A-49D8-BB9C-C37C40E76022}" type="presParOf" srcId="{77B24E42-7684-46B6-840D-320D8635C206}" destId="{32910AD8-DB9B-4FC4-B2E7-1A1364681A4D}" srcOrd="13" destOrd="0" presId="urn:microsoft.com/office/officeart/2005/8/layout/default"/>
    <dgm:cxn modelId="{8A7B1F68-9468-4A3A-BFDC-758FF7ADF628}" type="presParOf" srcId="{77B24E42-7684-46B6-840D-320D8635C206}" destId="{F25A2F09-CAB0-4410-8536-5BF47ECD6647}" srcOrd="14" destOrd="0" presId="urn:microsoft.com/office/officeart/2005/8/layout/default"/>
    <dgm:cxn modelId="{3FFF7D8B-9B76-4BF3-BCE2-981149D606FF}" type="presParOf" srcId="{77B24E42-7684-46B6-840D-320D8635C206}" destId="{E2F793C6-F86B-45EC-9085-5F9F2DAC0FA4}" srcOrd="15" destOrd="0" presId="urn:microsoft.com/office/officeart/2005/8/layout/default"/>
    <dgm:cxn modelId="{F0BAFC2A-BEC0-4D81-BB4D-76022D39E1F5}" type="presParOf" srcId="{77B24E42-7684-46B6-840D-320D8635C206}" destId="{EB7E375D-ACA3-432C-906F-1574EFD08590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EA24BA-31F9-4BFE-88E4-701B0C621598}">
      <dsp:nvSpPr>
        <dsp:cNvPr id="0" name=""/>
        <dsp:cNvSpPr/>
      </dsp:nvSpPr>
      <dsp:spPr>
        <a:xfrm>
          <a:off x="0" y="21083"/>
          <a:ext cx="4838701" cy="608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Sensors:</a:t>
          </a:r>
          <a:r>
            <a:rPr lang="en-US" sz="1600" b="0" i="0" kern="1200" baseline="0"/>
            <a:t> Soil Moisture</a:t>
          </a:r>
          <a:endParaRPr lang="en-US" sz="1600" b="0" i="0" kern="1200"/>
        </a:p>
      </dsp:txBody>
      <dsp:txXfrm>
        <a:off x="29700" y="50783"/>
        <a:ext cx="4779301" cy="549000"/>
      </dsp:txXfrm>
    </dsp:sp>
    <dsp:sp modelId="{7F0AEF09-4CA5-4D88-9DC3-1949410801E5}">
      <dsp:nvSpPr>
        <dsp:cNvPr id="0" name=""/>
        <dsp:cNvSpPr/>
      </dsp:nvSpPr>
      <dsp:spPr>
        <a:xfrm>
          <a:off x="0" y="675563"/>
          <a:ext cx="4838701" cy="608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Smart Controllers: </a:t>
          </a:r>
          <a:r>
            <a:rPr lang="en-US" sz="1600" b="0" i="0" kern="1200" baseline="0" dirty="0"/>
            <a:t>Arduino </a:t>
          </a:r>
          <a:endParaRPr lang="en-IN" sz="1600" b="0" kern="1200" dirty="0"/>
        </a:p>
      </dsp:txBody>
      <dsp:txXfrm>
        <a:off x="29700" y="705263"/>
        <a:ext cx="4779301" cy="549000"/>
      </dsp:txXfrm>
    </dsp:sp>
    <dsp:sp modelId="{33885F8A-7181-4A9C-BAD6-1E3A193FCF35}">
      <dsp:nvSpPr>
        <dsp:cNvPr id="0" name=""/>
        <dsp:cNvSpPr/>
      </dsp:nvSpPr>
      <dsp:spPr>
        <a:xfrm>
          <a:off x="0" y="1330043"/>
          <a:ext cx="4838701" cy="608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Communication Networks:</a:t>
          </a:r>
          <a:r>
            <a:rPr lang="en-US" sz="1600" b="0" i="0" kern="1200" baseline="0"/>
            <a:t> Wireless (Wi-Fi, Zigbee, LoRa), Bluetooth</a:t>
          </a:r>
          <a:endParaRPr lang="en-IN" sz="1600" kern="1200"/>
        </a:p>
      </dsp:txBody>
      <dsp:txXfrm>
        <a:off x="29700" y="1359743"/>
        <a:ext cx="4779301" cy="549000"/>
      </dsp:txXfrm>
    </dsp:sp>
    <dsp:sp modelId="{45D2643D-B60E-4D2C-8E36-4FBC24244852}">
      <dsp:nvSpPr>
        <dsp:cNvPr id="0" name=""/>
        <dsp:cNvSpPr/>
      </dsp:nvSpPr>
      <dsp:spPr>
        <a:xfrm>
          <a:off x="0" y="1984523"/>
          <a:ext cx="4838701" cy="608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Automated Systems:</a:t>
          </a:r>
          <a:r>
            <a:rPr lang="en-US" sz="1600" b="0" i="0" kern="1200" baseline="0" dirty="0"/>
            <a:t> Sprinklers</a:t>
          </a:r>
          <a:endParaRPr lang="en-IN" sz="1600" kern="1200" dirty="0"/>
        </a:p>
      </dsp:txBody>
      <dsp:txXfrm>
        <a:off x="29700" y="2014223"/>
        <a:ext cx="4779301" cy="549000"/>
      </dsp:txXfrm>
    </dsp:sp>
    <dsp:sp modelId="{2659CFE8-B0DC-487D-B6AD-D32461D5F185}">
      <dsp:nvSpPr>
        <dsp:cNvPr id="0" name=""/>
        <dsp:cNvSpPr/>
      </dsp:nvSpPr>
      <dsp:spPr>
        <a:xfrm>
          <a:off x="0" y="2639004"/>
          <a:ext cx="4838701" cy="608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Data Analytics:</a:t>
          </a:r>
          <a:r>
            <a:rPr lang="en-US" sz="1600" b="0" i="0" kern="1200" baseline="0" dirty="0"/>
            <a:t> Real-time Monitoring</a:t>
          </a:r>
          <a:endParaRPr lang="en-IN" sz="1600" kern="1200" dirty="0"/>
        </a:p>
      </dsp:txBody>
      <dsp:txXfrm>
        <a:off x="29700" y="2668704"/>
        <a:ext cx="4779301" cy="549000"/>
      </dsp:txXfrm>
    </dsp:sp>
    <dsp:sp modelId="{27C9D6FB-E601-44A2-BD1B-DF9761D504E5}">
      <dsp:nvSpPr>
        <dsp:cNvPr id="0" name=""/>
        <dsp:cNvSpPr/>
      </dsp:nvSpPr>
      <dsp:spPr>
        <a:xfrm>
          <a:off x="0" y="3293484"/>
          <a:ext cx="4838701" cy="6084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/>
            <a:t>User Interface</a:t>
          </a:r>
          <a:r>
            <a:rPr lang="en-US" sz="1600" b="0" i="0" u="none" kern="1200" dirty="0"/>
            <a:t>: Mobile applications and websites</a:t>
          </a:r>
          <a:endParaRPr lang="en-IN" sz="1600" u="none" kern="1200" dirty="0"/>
        </a:p>
      </dsp:txBody>
      <dsp:txXfrm>
        <a:off x="29700" y="3323184"/>
        <a:ext cx="4779301" cy="549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59CE9-BEA0-4C97-BCC4-95DEA6557891}">
      <dsp:nvSpPr>
        <dsp:cNvPr id="0" name=""/>
        <dsp:cNvSpPr/>
      </dsp:nvSpPr>
      <dsp:spPr>
        <a:xfrm>
          <a:off x="0" y="791465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Smart Water Use</a:t>
          </a:r>
          <a:endParaRPr lang="en-IN" sz="1800" kern="1200" dirty="0"/>
        </a:p>
      </dsp:txBody>
      <dsp:txXfrm>
        <a:off x="0" y="791465"/>
        <a:ext cx="1810557" cy="1086334"/>
      </dsp:txXfrm>
    </dsp:sp>
    <dsp:sp modelId="{F0FB7CCB-D5CD-41F2-8EB0-AD8261550ACA}">
      <dsp:nvSpPr>
        <dsp:cNvPr id="0" name=""/>
        <dsp:cNvSpPr/>
      </dsp:nvSpPr>
      <dsp:spPr>
        <a:xfrm>
          <a:off x="1991613" y="791465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Saving Water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 err="1"/>
            <a:t>Sourses</a:t>
          </a:r>
          <a:r>
            <a:rPr lang="en-US" sz="1800" b="0" i="0" kern="1200" dirty="0"/>
            <a:t> </a:t>
          </a:r>
          <a:endParaRPr lang="en-IN" sz="1800" kern="1200" dirty="0"/>
        </a:p>
      </dsp:txBody>
      <dsp:txXfrm>
        <a:off x="1991613" y="791465"/>
        <a:ext cx="1810557" cy="1086334"/>
      </dsp:txXfrm>
    </dsp:sp>
    <dsp:sp modelId="{AB9792EB-1A11-459B-819D-ED7E656DF9A5}">
      <dsp:nvSpPr>
        <dsp:cNvPr id="0" name=""/>
        <dsp:cNvSpPr/>
      </dsp:nvSpPr>
      <dsp:spPr>
        <a:xfrm>
          <a:off x="3983227" y="791465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Energy Efficiency</a:t>
          </a:r>
          <a:endParaRPr lang="en-IN" sz="1800" kern="1200" dirty="0"/>
        </a:p>
      </dsp:txBody>
      <dsp:txXfrm>
        <a:off x="3983227" y="791465"/>
        <a:ext cx="1810557" cy="1086334"/>
      </dsp:txXfrm>
    </dsp:sp>
    <dsp:sp modelId="{5B953A15-7BB9-48CC-B5C1-D3882336970B}">
      <dsp:nvSpPr>
        <dsp:cNvPr id="0" name=""/>
        <dsp:cNvSpPr/>
      </dsp:nvSpPr>
      <dsp:spPr>
        <a:xfrm>
          <a:off x="0" y="2058856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Optimal Watering</a:t>
          </a:r>
          <a:endParaRPr lang="en-IN" sz="1800" kern="1200" dirty="0"/>
        </a:p>
      </dsp:txBody>
      <dsp:txXfrm>
        <a:off x="0" y="2058856"/>
        <a:ext cx="1810557" cy="1086334"/>
      </dsp:txXfrm>
    </dsp:sp>
    <dsp:sp modelId="{D14DE8EA-27D7-4BC7-91D6-F428A61F2D81}">
      <dsp:nvSpPr>
        <dsp:cNvPr id="0" name=""/>
        <dsp:cNvSpPr/>
      </dsp:nvSpPr>
      <dsp:spPr>
        <a:xfrm>
          <a:off x="1991613" y="2058856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Reduced Plant Stress</a:t>
          </a:r>
          <a:endParaRPr lang="en-IN" sz="1800" kern="1200" dirty="0"/>
        </a:p>
      </dsp:txBody>
      <dsp:txXfrm>
        <a:off x="1991613" y="2058856"/>
        <a:ext cx="1810557" cy="1086334"/>
      </dsp:txXfrm>
    </dsp:sp>
    <dsp:sp modelId="{AF4A8148-0CDD-4E70-8D06-6D9FFCFEF0AF}">
      <dsp:nvSpPr>
        <dsp:cNvPr id="0" name=""/>
        <dsp:cNvSpPr/>
      </dsp:nvSpPr>
      <dsp:spPr>
        <a:xfrm>
          <a:off x="3983227" y="2058856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Less Water Runoff</a:t>
          </a:r>
          <a:endParaRPr lang="en-IN" sz="1800" kern="1200" dirty="0"/>
        </a:p>
      </dsp:txBody>
      <dsp:txXfrm>
        <a:off x="3983227" y="2058856"/>
        <a:ext cx="1810557" cy="1086334"/>
      </dsp:txXfrm>
    </dsp:sp>
    <dsp:sp modelId="{67A9578B-4D82-4F53-8D58-E8A868267EEB}">
      <dsp:nvSpPr>
        <dsp:cNvPr id="0" name=""/>
        <dsp:cNvSpPr/>
      </dsp:nvSpPr>
      <dsp:spPr>
        <a:xfrm>
          <a:off x="29493" y="3326246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Stopping erosion</a:t>
          </a:r>
          <a:endParaRPr lang="en-IN" sz="1800" kern="1200" dirty="0"/>
        </a:p>
      </dsp:txBody>
      <dsp:txXfrm>
        <a:off x="29493" y="3326246"/>
        <a:ext cx="1810557" cy="1086334"/>
      </dsp:txXfrm>
    </dsp:sp>
    <dsp:sp modelId="{F25A2F09-CAB0-4410-8536-5BF47ECD6647}">
      <dsp:nvSpPr>
        <dsp:cNvPr id="0" name=""/>
        <dsp:cNvSpPr/>
      </dsp:nvSpPr>
      <dsp:spPr>
        <a:xfrm>
          <a:off x="1991613" y="3326246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Remote Monitoring and Control</a:t>
          </a:r>
          <a:endParaRPr lang="en-IN" sz="1800" kern="1200" dirty="0"/>
        </a:p>
      </dsp:txBody>
      <dsp:txXfrm>
        <a:off x="1991613" y="3326246"/>
        <a:ext cx="1810557" cy="1086334"/>
      </dsp:txXfrm>
    </dsp:sp>
    <dsp:sp modelId="{EB7E375D-ACA3-432C-906F-1574EFD08590}">
      <dsp:nvSpPr>
        <dsp:cNvPr id="0" name=""/>
        <dsp:cNvSpPr/>
      </dsp:nvSpPr>
      <dsp:spPr>
        <a:xfrm>
          <a:off x="3983227" y="3326246"/>
          <a:ext cx="1810557" cy="10863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Automated Decision-Making</a:t>
          </a:r>
          <a:endParaRPr lang="en-IN" sz="1800" kern="1200" dirty="0"/>
        </a:p>
      </dsp:txBody>
      <dsp:txXfrm>
        <a:off x="3983227" y="3326246"/>
        <a:ext cx="1810557" cy="1086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788fd6f3db13aed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788fd6f3db13aedf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788fd6f3db13aedf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"/>
          <p:cNvSpPr txBox="1">
            <a:spLocks noGrp="1"/>
          </p:cNvSpPr>
          <p:nvPr>
            <p:ph type="ctrTitle"/>
          </p:nvPr>
        </p:nvSpPr>
        <p:spPr>
          <a:xfrm>
            <a:off x="5250254" y="128507"/>
            <a:ext cx="64617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/>
              <a:t>Basic Details of the Team and Problem Statement</a:t>
            </a:r>
            <a:endParaRPr/>
          </a:p>
        </p:txBody>
      </p:sp>
      <p:sp>
        <p:nvSpPr>
          <p:cNvPr id="250" name="Google Shape;250;p1"/>
          <p:cNvSpPr txBox="1">
            <a:spLocks noGrp="1"/>
          </p:cNvSpPr>
          <p:nvPr>
            <p:ph type="body" idx="1"/>
          </p:nvPr>
        </p:nvSpPr>
        <p:spPr>
          <a:xfrm>
            <a:off x="5823750" y="1575621"/>
            <a:ext cx="6045600" cy="49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Problem Statement ID: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Problem Statement Tittle: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Theme: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PS Category: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ID: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Name: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2" name="Google Shape;252;p1"/>
          <p:cNvSpPr txBox="1"/>
          <p:nvPr/>
        </p:nvSpPr>
        <p:spPr>
          <a:xfrm>
            <a:off x="6090" y="272960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5" name="Google Shape;255;p1"/>
          <p:cNvSpPr txBox="1"/>
          <p:nvPr/>
        </p:nvSpPr>
        <p:spPr>
          <a:xfrm>
            <a:off x="6090" y="272960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6" name="Google Shape;256;p1"/>
          <p:cNvSpPr txBox="1"/>
          <p:nvPr/>
        </p:nvSpPr>
        <p:spPr>
          <a:xfrm>
            <a:off x="6090" y="272960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2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6F2DC4-89F9-AF7A-775E-4451AAE8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617" y="-11914"/>
            <a:ext cx="5591962" cy="2261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971550" y="2289363"/>
            <a:ext cx="6024054" cy="41971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Proposed Solution:</a:t>
            </a:r>
            <a:endParaRPr lang="en-US" dirty="0"/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dirty="0"/>
              <a:t>1. Install Soil Moisture Sensors in key zones to monitor real-time soil moisture levels.</a:t>
            </a: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dirty="0"/>
              <a:t>2. Implement Smart Controllers with cloud connectivity for remote control and automatic scheduling.</a:t>
            </a: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dirty="0"/>
              <a:t>3. Install solar panels to harness renewable energy, powering the entire irrigation system.</a:t>
            </a: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dirty="0"/>
              <a:t>4. Integrate Automated Sprinklers systems to deliver precise water amounts.</a:t>
            </a: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dirty="0"/>
              <a:t>5. Utilize Data Analytics to optimize water usage and detect inefficiencies.</a:t>
            </a: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dirty="0"/>
              <a:t>6. Connect via Wireless Networks for seamless communication between components.</a:t>
            </a:r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lang="en-US" dirty="0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7368137" y="1510561"/>
            <a:ext cx="4572001" cy="437249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ea typeface="Libre Franklin"/>
                <a:cs typeface="Libre Franklin"/>
                <a:sym typeface="Franklin Gothic"/>
              </a:rPr>
              <a:t>Uniqueness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 Precision Irrigation: Water supply depending on real-time soil moisture data.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ea typeface="Libre Frankli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Solar-Powered for Energy Efficiency: By utilizing solar energy, the system is energy efficient thus making it very sustainable.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ea typeface="Libre Frankli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Customizable </a:t>
            </a:r>
            <a:r>
              <a:rPr lang="en-US" sz="1600" b="0" i="0" dirty="0" err="1">
                <a:solidFill>
                  <a:schemeClr val="dk1"/>
                </a:solidFill>
                <a:ea typeface="Libre Franklin"/>
              </a:rPr>
              <a:t>Design:Users</a:t>
            </a: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 can customize it by </a:t>
            </a:r>
            <a:r>
              <a:rPr lang="en-US" sz="1600" b="0" i="0">
                <a:solidFill>
                  <a:schemeClr val="dk1"/>
                </a:solidFill>
                <a:ea typeface="Libre Franklin"/>
              </a:rPr>
              <a:t>setting thresholds </a:t>
            </a: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of moistures and watering schedules for various plant types.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ea typeface="Libre Frankli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Smart Integration with IoT and AI: For monitoring from a distance through IoT as well as learning how to deal with varying needs of diverse plants when watering is concerned via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C152D7-A4FA-56F9-A2EA-FFCCFB72F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41BA9-C0E4-4900-2EBE-2ACE6448450B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287A43-0329-99CB-3D29-D8989357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294BE4-A31C-74BC-72F0-B96D66DF2B31}"/>
              </a:ext>
            </a:extLst>
          </p:cNvPr>
          <p:cNvSpPr>
            <a:spLocks noGrp="1"/>
          </p:cNvSpPr>
          <p:nvPr>
            <p:ph type="pic" idx="3"/>
          </p:nvPr>
        </p:nvSpPr>
        <p:spPr/>
      </p:sp>
    </p:spTree>
    <p:extLst>
      <p:ext uri="{BB962C8B-B14F-4D97-AF65-F5344CB8AC3E}">
        <p14:creationId xmlns:p14="http://schemas.microsoft.com/office/powerpoint/2010/main" val="13391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/>
              <a:t>Technology Used: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F9D69AF-C57E-7543-2EF3-4022133E93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934964"/>
              </p:ext>
            </p:extLst>
          </p:nvPr>
        </p:nvGraphicFramePr>
        <p:xfrm>
          <a:off x="952499" y="2656903"/>
          <a:ext cx="4838701" cy="3922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6248399" y="1549251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sym typeface="Franklin Gothic"/>
              </a:rPr>
              <a:t>Procedure to implement:</a:t>
            </a:r>
            <a:endParaRPr dirty="0"/>
          </a:p>
        </p:txBody>
      </p:sp>
      <p:sp>
        <p:nvSpPr>
          <p:cNvPr id="232" name="Google Shape;232;p3"/>
          <p:cNvSpPr txBox="1"/>
          <p:nvPr/>
        </p:nvSpPr>
        <p:spPr>
          <a:xfrm>
            <a:off x="6248399" y="2160114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Component Identification: Suitable sensors, microcontroller, communication module, and power source are selected.</a:t>
            </a: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Control Unit Placement: Find a central location (e.g., Arduino, Raspberry Pi) to place the control unit so it can easily connect the moisture sensors to the sprinklers.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Software Design: Develop or plan the software architecture to process data and control system.</a:t>
            </a:r>
            <a:endParaRPr lang="en-US" sz="1600" dirty="0">
              <a:solidFill>
                <a:schemeClr val="dk1"/>
              </a:solidFill>
              <a:latin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/>
              <a:t>Network Configuration: Set communication requirements for remote monitoring and control, and to connect the system to mobile interface.</a:t>
            </a:r>
            <a:endParaRPr lang="en-US" sz="1600" dirty="0">
              <a:solidFill>
                <a:schemeClr val="dk1"/>
              </a:solidFill>
              <a:latin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/>
              <a:t>User Interface and App/Web </a:t>
            </a:r>
            <a:r>
              <a:rPr lang="en-US" sz="1600" dirty="0" err="1"/>
              <a:t>Interface:The</a:t>
            </a:r>
            <a:r>
              <a:rPr lang="en-US" sz="1600" dirty="0"/>
              <a:t> user interfaces like web/app is developed and connected for </a:t>
            </a:r>
            <a:r>
              <a:rPr lang="en-US" sz="1600" dirty="0" err="1"/>
              <a:t>controlling,viewing</a:t>
            </a:r>
            <a:r>
              <a:rPr lang="en-US" sz="1600" dirty="0"/>
              <a:t> sensor data.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4B962C-F302-2775-1A24-4CFBD03E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209551"/>
            <a:ext cx="4941477" cy="1280376"/>
          </a:xfrm>
        </p:spPr>
        <p:txBody>
          <a:bodyPr>
            <a:normAutofit/>
          </a:bodyPr>
          <a:lstStyle/>
          <a:p>
            <a:r>
              <a:rPr lang="en-US" sz="2800" dirty="0"/>
              <a:t>Challenges and risks with solutions</a:t>
            </a:r>
            <a:endParaRPr lang="en-IN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5D83A-6517-EF29-1274-BCBB02821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CB5AB6-9D1F-DBA3-D883-894F3C558D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Solutions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5893E0-7E0B-F788-1EEC-402497186D4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964023" y="2799145"/>
            <a:ext cx="4827178" cy="32476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Keeping a steady power supply can be tough in far-off </a:t>
            </a:r>
          </a:p>
          <a:p>
            <a:r>
              <a:rPr lang="en-US" dirty="0"/>
              <a:t>Reading data from moisture sensors can be tough when there are inconsistencies or when other factors like uneven soil moisture affect the data.</a:t>
            </a:r>
          </a:p>
          <a:p>
            <a:r>
              <a:rPr lang="en-US" dirty="0"/>
              <a:t>Wireless communication between sensors, control units and user interfaces can break down </a:t>
            </a:r>
          </a:p>
          <a:p>
            <a:r>
              <a:rPr lang="en-US" dirty="0"/>
              <a:t>Weather changes, temperature swings, and soil issues can mess with how sensors and other parts work.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B1F465-DEE8-81E2-0C8E-3E0813E0C693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362700" y="2799146"/>
            <a:ext cx="4756241" cy="3247692"/>
          </a:xfrm>
        </p:spPr>
        <p:txBody>
          <a:bodyPr>
            <a:normAutofit fontScale="3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4900" dirty="0"/>
              <a:t>Solar Power with Battery Backup</a:t>
            </a:r>
            <a:r>
              <a:rPr lang="en-IN" sz="4900" dirty="0"/>
              <a:t> can be used.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900" dirty="0"/>
              <a:t>Set up a mesh network. This allows data to jump between devices and extends the range and makes the system more reliable.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49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4900" dirty="0"/>
              <a:t>Pick sensors and parts made for outdoor use that can handle rough conditions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49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4900" dirty="0"/>
              <a:t> Put multiple sensors to use and combine their data to obtain a clearer overall picture of soil moisture levels</a:t>
            </a:r>
            <a:r>
              <a:rPr lang="en-US" sz="1900" dirty="0"/>
              <a:t>.</a:t>
            </a:r>
            <a:endParaRPr lang="en-IN" sz="1900" dirty="0"/>
          </a:p>
          <a:p>
            <a:pPr marL="127000" indent="0">
              <a:buNone/>
            </a:pPr>
            <a:endParaRPr lang="en-US" dirty="0"/>
          </a:p>
        </p:txBody>
      </p:sp>
      <p:sp>
        <p:nvSpPr>
          <p:cNvPr id="264" name="Google Shape;264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928020-9872-0E11-83D7-6BF3765B5103}"/>
              </a:ext>
            </a:extLst>
          </p:cNvPr>
          <p:cNvCxnSpPr/>
          <p:nvPr/>
        </p:nvCxnSpPr>
        <p:spPr>
          <a:xfrm>
            <a:off x="5997677" y="1976284"/>
            <a:ext cx="0" cy="4778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A479-7974-A9FB-E46A-F89F3240C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004" y="-655593"/>
            <a:ext cx="5491571" cy="1514019"/>
          </a:xfrm>
        </p:spPr>
        <p:txBody>
          <a:bodyPr/>
          <a:lstStyle/>
          <a:p>
            <a:r>
              <a:rPr lang="en-US" sz="3200" dirty="0"/>
              <a:t>Benefits of the solution:</a:t>
            </a:r>
            <a:endParaRPr lang="en-IN" sz="320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FB90521-5742-A32A-AAB6-508C1EE844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0488503"/>
              </p:ext>
            </p:extLst>
          </p:nvPr>
        </p:nvGraphicFramePr>
        <p:xfrm>
          <a:off x="3048000" y="1330103"/>
          <a:ext cx="5793785" cy="5204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548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Franklin Gothic</vt:lpstr>
      <vt:lpstr>Libre Franklin</vt:lpstr>
      <vt:lpstr>Noto Sans Symbols</vt:lpstr>
      <vt:lpstr>Wingdings</vt:lpstr>
      <vt:lpstr>Theme1</vt:lpstr>
      <vt:lpstr>Basic Details of the Team and Problem Statement</vt:lpstr>
      <vt:lpstr>Idea/Approach Details</vt:lpstr>
      <vt:lpstr>PowerPoint Presentation</vt:lpstr>
      <vt:lpstr>Idea/Approach Details</vt:lpstr>
      <vt:lpstr>Challenges and risks with solutions</vt:lpstr>
      <vt:lpstr>Benefits of the solution: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sivashree</dc:creator>
  <cp:lastModifiedBy>Sivashree Prakash</cp:lastModifiedBy>
  <cp:revision>32</cp:revision>
  <dcterms:modified xsi:type="dcterms:W3CDTF">2024-08-19T20:17:53Z</dcterms:modified>
</cp:coreProperties>
</file>